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4" r:id="rId2"/>
    <p:sldId id="276" r:id="rId3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73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AFAF80-F569-4769-87CB-1732BFD48783}" v="58" dt="2025-11-11T18:16:30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49" d="100"/>
          <a:sy n="49" d="100"/>
        </p:scale>
        <p:origin x="201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Bond" userId="d0613b4d9d68792d" providerId="LiveId" clId="{DAEA3D54-AD02-4E1B-A73A-AB467D915B21}"/>
    <pc:docChg chg="undo custSel addSld delSld modSld sldOrd">
      <pc:chgData name="Jack Bond" userId="d0613b4d9d68792d" providerId="LiveId" clId="{DAEA3D54-AD02-4E1B-A73A-AB467D915B21}" dt="2025-11-11T18:16:30.668" v="778" actId="1076"/>
      <pc:docMkLst>
        <pc:docMk/>
      </pc:docMkLst>
      <pc:sldChg chg="addSp delSp modSp new mod">
        <pc:chgData name="Jack Bond" userId="d0613b4d9d68792d" providerId="LiveId" clId="{DAEA3D54-AD02-4E1B-A73A-AB467D915B21}" dt="2025-11-11T18:16:30.668" v="778" actId="1076"/>
        <pc:sldMkLst>
          <pc:docMk/>
          <pc:sldMk cId="3346064594" sldId="274"/>
        </pc:sldMkLst>
        <pc:spChg chg="add del">
          <ac:chgData name="Jack Bond" userId="d0613b4d9d68792d" providerId="LiveId" clId="{DAEA3D54-AD02-4E1B-A73A-AB467D915B21}" dt="2025-11-11T06:22:12.889" v="735" actId="478"/>
          <ac:spMkLst>
            <pc:docMk/>
            <pc:sldMk cId="3346064594" sldId="274"/>
            <ac:spMk id="11" creationId="{63DAC69B-0319-7547-FBA2-AF4E9213D4B7}"/>
          </ac:spMkLst>
        </pc:spChg>
        <pc:grpChg chg="add del mod">
          <ac:chgData name="Jack Bond" userId="d0613b4d9d68792d" providerId="LiveId" clId="{DAEA3D54-AD02-4E1B-A73A-AB467D915B21}" dt="2025-11-11T05:30:10.103" v="671" actId="478"/>
          <ac:grpSpMkLst>
            <pc:docMk/>
            <pc:sldMk cId="3346064594" sldId="274"/>
            <ac:grpSpMk id="10" creationId="{B08F2CFD-C832-74A9-4099-8DDB41192346}"/>
          </ac:grpSpMkLst>
        </pc:grpChg>
        <pc:grpChg chg="add del mod">
          <ac:chgData name="Jack Bond" userId="d0613b4d9d68792d" providerId="LiveId" clId="{DAEA3D54-AD02-4E1B-A73A-AB467D915B21}" dt="2025-11-11T05:30:10.103" v="671" actId="478"/>
          <ac:grpSpMkLst>
            <pc:docMk/>
            <pc:sldMk cId="3346064594" sldId="274"/>
            <ac:grpSpMk id="17" creationId="{274A55F7-800E-B6D9-51FF-C53A7273ABD6}"/>
          </ac:grpSpMkLst>
        </pc:grpChg>
        <pc:picChg chg="add mod modCrop">
          <ac:chgData name="Jack Bond" userId="d0613b4d9d68792d" providerId="LiveId" clId="{DAEA3D54-AD02-4E1B-A73A-AB467D915B21}" dt="2025-11-11T18:16:17.057" v="770" actId="1076"/>
          <ac:picMkLst>
            <pc:docMk/>
            <pc:sldMk cId="3346064594" sldId="274"/>
            <ac:picMk id="3" creationId="{C007EAC6-ADEF-B296-A4BA-AD4323C8C241}"/>
          </ac:picMkLst>
        </pc:picChg>
        <pc:picChg chg="add del mod">
          <ac:chgData name="Jack Bond" userId="d0613b4d9d68792d" providerId="LiveId" clId="{DAEA3D54-AD02-4E1B-A73A-AB467D915B21}" dt="2025-11-11T05:30:10.103" v="671" actId="478"/>
          <ac:picMkLst>
            <pc:docMk/>
            <pc:sldMk cId="3346064594" sldId="274"/>
            <ac:picMk id="5" creationId="{90D58699-E1C2-A0EB-19B2-02567E76C752}"/>
          </ac:picMkLst>
        </pc:picChg>
        <pc:picChg chg="add mod ord">
          <ac:chgData name="Jack Bond" userId="d0613b4d9d68792d" providerId="LiveId" clId="{DAEA3D54-AD02-4E1B-A73A-AB467D915B21}" dt="2025-11-11T05:49:40.011" v="697" actId="167"/>
          <ac:picMkLst>
            <pc:docMk/>
            <pc:sldMk cId="3346064594" sldId="274"/>
            <ac:picMk id="7" creationId="{DB0628EC-8F7C-9B07-3C09-A06AAD1A33F1}"/>
          </ac:picMkLst>
        </pc:picChg>
        <pc:picChg chg="add mod">
          <ac:chgData name="Jack Bond" userId="d0613b4d9d68792d" providerId="LiveId" clId="{DAEA3D54-AD02-4E1B-A73A-AB467D915B21}" dt="2025-11-11T18:16:30.668" v="778" actId="1076"/>
          <ac:picMkLst>
            <pc:docMk/>
            <pc:sldMk cId="3346064594" sldId="274"/>
            <ac:picMk id="12" creationId="{EA8D9935-1CEF-C3A4-2CB2-B14F6519AA2E}"/>
          </ac:picMkLst>
        </pc:picChg>
        <pc:picChg chg="add del mod">
          <ac:chgData name="Jack Bond" userId="d0613b4d9d68792d" providerId="LiveId" clId="{DAEA3D54-AD02-4E1B-A73A-AB467D915B21}" dt="2025-11-11T06:24:53.817" v="759" actId="478"/>
          <ac:picMkLst>
            <pc:docMk/>
            <pc:sldMk cId="3346064594" sldId="274"/>
            <ac:picMk id="13" creationId="{742C54BB-B353-89DB-6ACE-C37EA364640B}"/>
          </ac:picMkLst>
        </pc:picChg>
        <pc:picChg chg="add del mod">
          <ac:chgData name="Jack Bond" userId="d0613b4d9d68792d" providerId="LiveId" clId="{DAEA3D54-AD02-4E1B-A73A-AB467D915B21}" dt="2025-11-11T05:49:43.079" v="698" actId="478"/>
          <ac:picMkLst>
            <pc:docMk/>
            <pc:sldMk cId="3346064594" sldId="274"/>
            <ac:picMk id="18" creationId="{D5662255-3BC7-267A-FC5C-0FAFEC416179}"/>
          </ac:picMkLst>
        </pc:picChg>
        <pc:picChg chg="add del mod">
          <ac:chgData name="Jack Bond" userId="d0613b4d9d68792d" providerId="LiveId" clId="{DAEA3D54-AD02-4E1B-A73A-AB467D915B21}" dt="2025-11-11T05:49:43.079" v="698" actId="478"/>
          <ac:picMkLst>
            <pc:docMk/>
            <pc:sldMk cId="3346064594" sldId="274"/>
            <ac:picMk id="19" creationId="{4AB987B1-E322-3545-38BD-6177D36235EC}"/>
          </ac:picMkLst>
        </pc:picChg>
        <pc:picChg chg="add mod">
          <ac:chgData name="Jack Bond" userId="d0613b4d9d68792d" providerId="LiveId" clId="{DAEA3D54-AD02-4E1B-A73A-AB467D915B21}" dt="2025-11-11T06:32:23.399" v="764" actId="1076"/>
          <ac:picMkLst>
            <pc:docMk/>
            <pc:sldMk cId="3346064594" sldId="274"/>
            <ac:picMk id="20" creationId="{1B3800D7-D05F-1F8E-7A3E-0C49B3B517FD}"/>
          </ac:picMkLst>
        </pc:picChg>
        <pc:picChg chg="add del mod">
          <ac:chgData name="Jack Bond" userId="d0613b4d9d68792d" providerId="LiveId" clId="{DAEA3D54-AD02-4E1B-A73A-AB467D915B21}" dt="2025-11-11T05:49:43.079" v="698" actId="478"/>
          <ac:picMkLst>
            <pc:docMk/>
            <pc:sldMk cId="3346064594" sldId="274"/>
            <ac:picMk id="21" creationId="{455257ED-0209-662B-5968-BD6C58085F95}"/>
          </ac:picMkLst>
        </pc:picChg>
        <pc:picChg chg="add mod">
          <ac:chgData name="Jack Bond" userId="d0613b4d9d68792d" providerId="LiveId" clId="{DAEA3D54-AD02-4E1B-A73A-AB467D915B21}" dt="2025-11-11T18:16:23.346" v="775" actId="1076"/>
          <ac:picMkLst>
            <pc:docMk/>
            <pc:sldMk cId="3346064594" sldId="274"/>
            <ac:picMk id="22" creationId="{AC6676AA-4E38-DA56-9001-F8B07B8F9ED1}"/>
          </ac:picMkLst>
        </pc:picChg>
        <pc:picChg chg="add mod">
          <ac:chgData name="Jack Bond" userId="d0613b4d9d68792d" providerId="LiveId" clId="{DAEA3D54-AD02-4E1B-A73A-AB467D915B21}" dt="2025-11-11T18:16:30.668" v="778" actId="1076"/>
          <ac:picMkLst>
            <pc:docMk/>
            <pc:sldMk cId="3346064594" sldId="274"/>
            <ac:picMk id="23" creationId="{0F476E08-2CA2-8817-86EB-A4F392CA124F}"/>
          </ac:picMkLst>
        </pc:picChg>
        <pc:picChg chg="add mod">
          <ac:chgData name="Jack Bond" userId="d0613b4d9d68792d" providerId="LiveId" clId="{DAEA3D54-AD02-4E1B-A73A-AB467D915B21}" dt="2025-11-11T18:16:30.668" v="778" actId="1076"/>
          <ac:picMkLst>
            <pc:docMk/>
            <pc:sldMk cId="3346064594" sldId="274"/>
            <ac:picMk id="24" creationId="{77F7ECA1-98F8-0519-D9A9-A31EA64BB926}"/>
          </ac:picMkLst>
        </pc:picChg>
        <pc:picChg chg="add mod">
          <ac:chgData name="Jack Bond" userId="d0613b4d9d68792d" providerId="LiveId" clId="{DAEA3D54-AD02-4E1B-A73A-AB467D915B21}" dt="2025-11-11T18:16:15.383" v="769" actId="1076"/>
          <ac:picMkLst>
            <pc:docMk/>
            <pc:sldMk cId="3346064594" sldId="274"/>
            <ac:picMk id="1026" creationId="{64F06BE1-71F3-D2A2-1B7B-A8EFBD13E3DA}"/>
          </ac:picMkLst>
        </pc:picChg>
        <pc:picChg chg="add mod">
          <ac:chgData name="Jack Bond" userId="d0613b4d9d68792d" providerId="LiveId" clId="{DAEA3D54-AD02-4E1B-A73A-AB467D915B21}" dt="2025-11-11T18:16:22.197" v="774" actId="1076"/>
          <ac:picMkLst>
            <pc:docMk/>
            <pc:sldMk cId="3346064594" sldId="274"/>
            <ac:picMk id="2052" creationId="{23AFB5C5-3F35-B702-75C0-82AAD2036857}"/>
          </ac:picMkLst>
        </pc:picChg>
        <pc:picChg chg="add mod">
          <ac:chgData name="Jack Bond" userId="d0613b4d9d68792d" providerId="LiveId" clId="{DAEA3D54-AD02-4E1B-A73A-AB467D915B21}" dt="2025-11-11T18:16:30.668" v="778" actId="1076"/>
          <ac:picMkLst>
            <pc:docMk/>
            <pc:sldMk cId="3346064594" sldId="274"/>
            <ac:picMk id="2054" creationId="{BEF5A615-1BBA-3398-5454-F86C340AA0C9}"/>
          </ac:picMkLst>
        </pc:picChg>
      </pc:sldChg>
      <pc:sldChg chg="addSp delSp modSp new add del mod">
        <pc:chgData name="Jack Bond" userId="d0613b4d9d68792d" providerId="LiveId" clId="{DAEA3D54-AD02-4E1B-A73A-AB467D915B21}" dt="2025-11-11T05:49:47.978" v="699" actId="47"/>
        <pc:sldMkLst>
          <pc:docMk/>
          <pc:sldMk cId="2238579761" sldId="275"/>
        </pc:sldMkLst>
        <pc:picChg chg="add del">
          <ac:chgData name="Jack Bond" userId="d0613b4d9d68792d" providerId="LiveId" clId="{DAEA3D54-AD02-4E1B-A73A-AB467D915B21}" dt="2025-11-11T05:29:47.909" v="663" actId="21"/>
          <ac:picMkLst>
            <pc:docMk/>
            <pc:sldMk cId="2238579761" sldId="275"/>
            <ac:picMk id="1026" creationId="{64F06BE1-71F3-D2A2-1B7B-A8EFBD13E3DA}"/>
          </ac:picMkLst>
        </pc:picChg>
      </pc:sldChg>
      <pc:sldChg chg="addSp delSp modSp new mod ord">
        <pc:chgData name="Jack Bond" userId="d0613b4d9d68792d" providerId="LiveId" clId="{DAEA3D54-AD02-4E1B-A73A-AB467D915B21}" dt="2025-11-11T06:21:10.702" v="733" actId="1367"/>
        <pc:sldMkLst>
          <pc:docMk/>
          <pc:sldMk cId="138426681" sldId="276"/>
        </pc:sldMkLst>
        <pc:picChg chg="add del mod">
          <ac:chgData name="Jack Bond" userId="d0613b4d9d68792d" providerId="LiveId" clId="{DAEA3D54-AD02-4E1B-A73A-AB467D915B21}" dt="2025-11-11T06:20:09.506" v="708" actId="478"/>
          <ac:picMkLst>
            <pc:docMk/>
            <pc:sldMk cId="138426681" sldId="276"/>
            <ac:picMk id="3" creationId="{EB354D94-5045-8319-B414-36CE743587A9}"/>
          </ac:picMkLst>
        </pc:picChg>
        <pc:picChg chg="add mod">
          <ac:chgData name="Jack Bond" userId="d0613b4d9d68792d" providerId="LiveId" clId="{DAEA3D54-AD02-4E1B-A73A-AB467D915B21}" dt="2025-11-11T06:21:10.702" v="733" actId="1367"/>
          <ac:picMkLst>
            <pc:docMk/>
            <pc:sldMk cId="138426681" sldId="276"/>
            <ac:picMk id="5" creationId="{7D1CB82C-AF68-E002-F965-0509BF9C2B76}"/>
          </ac:picMkLst>
        </pc:picChg>
        <pc:picChg chg="add mod">
          <ac:chgData name="Jack Bond" userId="d0613b4d9d68792d" providerId="LiveId" clId="{DAEA3D54-AD02-4E1B-A73A-AB467D915B21}" dt="2025-11-11T06:20:59.603" v="730" actId="1367"/>
          <ac:picMkLst>
            <pc:docMk/>
            <pc:sldMk cId="138426681" sldId="276"/>
            <ac:picMk id="7" creationId="{08F5B732-F304-836F-9A2E-F06E37FF44D9}"/>
          </ac:picMkLst>
        </pc:picChg>
      </pc:sldChg>
      <pc:sldChg chg="add del">
        <pc:chgData name="Jack Bond" userId="d0613b4d9d68792d" providerId="LiveId" clId="{DAEA3D54-AD02-4E1B-A73A-AB467D915B21}" dt="2025-11-11T05:29:37.827" v="661"/>
        <pc:sldMkLst>
          <pc:docMk/>
          <pc:sldMk cId="4159566793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7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7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42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0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39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34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95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84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124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BEB1E-4C7A-4CCA-99B1-324C18C730E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FB4B3-9B17-4EFC-A834-9A8EAB916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DB0628EC-8F7C-9B07-3C09-A06AAD1A3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0"/>
            <a:ext cx="3592286" cy="5029200"/>
          </a:xfrm>
          <a:prstGeom prst="rect">
            <a:avLst/>
          </a:prstGeom>
        </p:spPr>
      </p:pic>
      <p:pic>
        <p:nvPicPr>
          <p:cNvPr id="1026" name="Picture 2" descr="Cauldron Witchcraft, cauldron, tableware, potions In Harry Potter, potion  png | PNGWing">
            <a:extLst>
              <a:ext uri="{FF2B5EF4-FFF2-40B4-BE49-F238E27FC236}">
                <a16:creationId xmlns:a16="http://schemas.microsoft.com/office/drawing/2014/main" id="{64F06BE1-71F3-D2A2-1B7B-A8EFBD13E3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80"/>
          <a:stretch>
            <a:fillRect/>
          </a:stretch>
        </p:blipFill>
        <p:spPr bwMode="auto">
          <a:xfrm>
            <a:off x="587056" y="483866"/>
            <a:ext cx="2499744" cy="189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large axe with a wooden handle&#10;&#10;AI-generated content may be incorrect.">
            <a:extLst>
              <a:ext uri="{FF2B5EF4-FFF2-40B4-BE49-F238E27FC236}">
                <a16:creationId xmlns:a16="http://schemas.microsoft.com/office/drawing/2014/main" id="{C007EAC6-ADEF-B296-A4BA-AD4323C8C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88" t="22087" r="24899" b="22991"/>
          <a:stretch>
            <a:fillRect/>
          </a:stretch>
        </p:blipFill>
        <p:spPr>
          <a:xfrm>
            <a:off x="736351" y="3054657"/>
            <a:ext cx="807434" cy="805542"/>
          </a:xfrm>
          <a:prstGeom prst="rect">
            <a:avLst/>
          </a:prstGeom>
        </p:spPr>
      </p:pic>
      <p:pic>
        <p:nvPicPr>
          <p:cNvPr id="2052" name="Picture 4" descr="494 Fancy Utensils Stock Vectors and Vector Art | Shutterstock">
            <a:extLst>
              <a:ext uri="{FF2B5EF4-FFF2-40B4-BE49-F238E27FC236}">
                <a16:creationId xmlns:a16="http://schemas.microsoft.com/office/drawing/2014/main" id="{23AFB5C5-3F35-B702-75C0-82AAD2036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303" y="5524537"/>
            <a:ext cx="2116963" cy="79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 Snapshot of American Knife History">
            <a:extLst>
              <a:ext uri="{FF2B5EF4-FFF2-40B4-BE49-F238E27FC236}">
                <a16:creationId xmlns:a16="http://schemas.microsoft.com/office/drawing/2014/main" id="{BEF5A615-1BBA-3398-5454-F86C340AA0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28" y="7319536"/>
            <a:ext cx="1273058" cy="71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A Snapshot of American Knife History">
            <a:extLst>
              <a:ext uri="{FF2B5EF4-FFF2-40B4-BE49-F238E27FC236}">
                <a16:creationId xmlns:a16="http://schemas.microsoft.com/office/drawing/2014/main" id="{EA8D9935-1CEF-C3A4-2CB2-B14F6519A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28" y="8126984"/>
            <a:ext cx="1273058" cy="71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screenshot of a card&#10;&#10;AI-generated content may be incorrect.">
            <a:extLst>
              <a:ext uri="{FF2B5EF4-FFF2-40B4-BE49-F238E27FC236}">
                <a16:creationId xmlns:a16="http://schemas.microsoft.com/office/drawing/2014/main" id="{1B3800D7-D05F-1F8E-7A3E-0C49B3B517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5029200"/>
            <a:ext cx="3592286" cy="5029200"/>
          </a:xfrm>
          <a:prstGeom prst="rect">
            <a:avLst/>
          </a:prstGeom>
        </p:spPr>
      </p:pic>
      <p:pic>
        <p:nvPicPr>
          <p:cNvPr id="22" name="Picture 4" descr="494 Fancy Utensils Stock Vectors and Vector Art | Shutterstock">
            <a:extLst>
              <a:ext uri="{FF2B5EF4-FFF2-40B4-BE49-F238E27FC236}">
                <a16:creationId xmlns:a16="http://schemas.microsoft.com/office/drawing/2014/main" id="{AC6676AA-4E38-DA56-9001-F8B07B8F9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2" y="4314127"/>
            <a:ext cx="2116963" cy="79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A Snapshot of American Knife History">
            <a:extLst>
              <a:ext uri="{FF2B5EF4-FFF2-40B4-BE49-F238E27FC236}">
                <a16:creationId xmlns:a16="http://schemas.microsoft.com/office/drawing/2014/main" id="{0F476E08-2CA2-8817-86EB-A4F392CA1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676" y="7247690"/>
            <a:ext cx="1273058" cy="71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A Snapshot of American Knife History">
            <a:extLst>
              <a:ext uri="{FF2B5EF4-FFF2-40B4-BE49-F238E27FC236}">
                <a16:creationId xmlns:a16="http://schemas.microsoft.com/office/drawing/2014/main" id="{77F7ECA1-98F8-0519-D9A9-A31EA64BB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4676" y="8055138"/>
            <a:ext cx="1273058" cy="716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06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ard&#10;&#10;AI-generated content may be incorrect.">
            <a:extLst>
              <a:ext uri="{FF2B5EF4-FFF2-40B4-BE49-F238E27FC236}">
                <a16:creationId xmlns:a16="http://schemas.microsoft.com/office/drawing/2014/main" id="{7D1CB82C-AF68-E002-F965-0509BF9C2B76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937870"/>
            <a:ext cx="7620000" cy="6057900"/>
          </a:xfrm>
          <a:prstGeom prst="rect">
            <a:avLst/>
          </a:prstGeom>
        </p:spPr>
      </p:pic>
      <p:pic>
        <p:nvPicPr>
          <p:cNvPr id="7" name="Picture 6" descr="A screenshot of a game&#10;&#10;AI-generated content may be incorrect.">
            <a:extLst>
              <a:ext uri="{FF2B5EF4-FFF2-40B4-BE49-F238E27FC236}">
                <a16:creationId xmlns:a16="http://schemas.microsoft.com/office/drawing/2014/main" id="{08F5B732-F304-836F-9A2E-F06E37FF44D9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90500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26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9862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Bond</dc:creator>
  <cp:lastModifiedBy>Jack Bond</cp:lastModifiedBy>
  <cp:revision>12</cp:revision>
  <cp:lastPrinted>2025-07-02T20:13:04Z</cp:lastPrinted>
  <dcterms:created xsi:type="dcterms:W3CDTF">2023-08-15T22:34:31Z</dcterms:created>
  <dcterms:modified xsi:type="dcterms:W3CDTF">2025-11-11T18:16:33Z</dcterms:modified>
</cp:coreProperties>
</file>