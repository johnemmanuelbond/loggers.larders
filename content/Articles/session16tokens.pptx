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0" r:id="rId3"/>
    <p:sldId id="259" r:id="rId4"/>
    <p:sldId id="266" r:id="rId5"/>
    <p:sldId id="263" r:id="rId6"/>
    <p:sldId id="269" r:id="rId7"/>
    <p:sldId id="267" r:id="rId8"/>
    <p:sldId id="262" r:id="rId9"/>
    <p:sldId id="264" r:id="rId10"/>
    <p:sldId id="265" r:id="rId11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96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8/6/2024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microsoft.com/office/2007/relationships/hdphoto" Target="../media/hdphoto6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microsoft.com/office/2007/relationships/hdphoto" Target="../media/hdphoto9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2.wdp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4.wdp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6.wdp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game&#10;&#10;Description automatically generated">
            <a:extLst>
              <a:ext uri="{FF2B5EF4-FFF2-40B4-BE49-F238E27FC236}">
                <a16:creationId xmlns:a16="http://schemas.microsoft.com/office/drawing/2014/main" id="{C3F414EF-DDA7-2E52-602A-22D5A3D0E71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535" y="6028523"/>
            <a:ext cx="3347926" cy="3640869"/>
          </a:xfrm>
          <a:prstGeom prst="rect">
            <a:avLst/>
          </a:prstGeom>
        </p:spPr>
      </p:pic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C0A9045A-17D7-EAC5-936E-437614356DF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3" y="6028522"/>
            <a:ext cx="3347926" cy="3640870"/>
          </a:xfrm>
          <a:prstGeom prst="rect">
            <a:avLst/>
          </a:prstGeom>
        </p:spPr>
      </p:pic>
      <p:pic>
        <p:nvPicPr>
          <p:cNvPr id="13" name="Picture 12" descr="A screenshot of a game&#10;&#10;Description automatically generated">
            <a:extLst>
              <a:ext uri="{FF2B5EF4-FFF2-40B4-BE49-F238E27FC236}">
                <a16:creationId xmlns:a16="http://schemas.microsoft.com/office/drawing/2014/main" id="{C4D8463D-0821-A817-0D9B-E0DED52B676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39" y="1282353"/>
            <a:ext cx="3346840" cy="4158449"/>
          </a:xfrm>
          <a:prstGeom prst="rect">
            <a:avLst/>
          </a:prstGeom>
        </p:spPr>
      </p:pic>
      <p:pic>
        <p:nvPicPr>
          <p:cNvPr id="9" name="Picture 8" descr="A screenshot of a game&#10;&#10;Description automatically generated">
            <a:extLst>
              <a:ext uri="{FF2B5EF4-FFF2-40B4-BE49-F238E27FC236}">
                <a16:creationId xmlns:a16="http://schemas.microsoft.com/office/drawing/2014/main" id="{93D3ED7F-7097-9A86-3CD3-3305A866D5A3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530" y="1282353"/>
            <a:ext cx="3349931" cy="449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game&#10;&#10;Description automatically generated">
            <a:extLst>
              <a:ext uri="{FF2B5EF4-FFF2-40B4-BE49-F238E27FC236}">
                <a16:creationId xmlns:a16="http://schemas.microsoft.com/office/drawing/2014/main" id="{2A6D717B-3DD3-2E84-B083-F0A3C6FA5B8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51" y="5920540"/>
            <a:ext cx="3502721" cy="4001859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277503AA-336A-02B9-8503-AED6F850C96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828" y="5920541"/>
            <a:ext cx="3502721" cy="4001859"/>
          </a:xfrm>
          <a:prstGeom prst="rect">
            <a:avLst/>
          </a:prstGeom>
        </p:spPr>
      </p:pic>
      <p:pic>
        <p:nvPicPr>
          <p:cNvPr id="7" name="Picture 6" descr="A screenshot of a video game&#10;&#10;Description automatically generated">
            <a:extLst>
              <a:ext uri="{FF2B5EF4-FFF2-40B4-BE49-F238E27FC236}">
                <a16:creationId xmlns:a16="http://schemas.microsoft.com/office/drawing/2014/main" id="{5AB85D8F-3532-FE11-35B7-C330C8291F58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08" y="1282353"/>
            <a:ext cx="7509783" cy="459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2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ame&#10;&#10;Description automatically generated">
            <a:extLst>
              <a:ext uri="{FF2B5EF4-FFF2-40B4-BE49-F238E27FC236}">
                <a16:creationId xmlns:a16="http://schemas.microsoft.com/office/drawing/2014/main" id="{4A7461C8-FE94-91D5-FA8C-D0B39C2C717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623" y="1287892"/>
            <a:ext cx="3347927" cy="3741308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AF741C19-DE99-F490-F000-6A32EBC383B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621" y="5119915"/>
            <a:ext cx="3347927" cy="4913083"/>
          </a:xfrm>
          <a:prstGeom prst="rect">
            <a:avLst/>
          </a:prstGeom>
        </p:spPr>
      </p:pic>
      <p:pic>
        <p:nvPicPr>
          <p:cNvPr id="13" name="Picture 12" descr="A screenshot of a game&#10;&#10;Description automatically generated">
            <a:extLst>
              <a:ext uri="{FF2B5EF4-FFF2-40B4-BE49-F238E27FC236}">
                <a16:creationId xmlns:a16="http://schemas.microsoft.com/office/drawing/2014/main" id="{129B60F5-0510-2BF5-CAE3-E5EA983B785B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2" y="1282353"/>
            <a:ext cx="3347927" cy="629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93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video game&#10;&#10;Description automatically generated">
            <a:extLst>
              <a:ext uri="{FF2B5EF4-FFF2-40B4-BE49-F238E27FC236}">
                <a16:creationId xmlns:a16="http://schemas.microsoft.com/office/drawing/2014/main" id="{B70EB2FC-3A5C-F5B1-E99F-4DDEC73F613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852" y="1282353"/>
            <a:ext cx="3347927" cy="5900721"/>
          </a:xfrm>
          <a:prstGeom prst="rect">
            <a:avLst/>
          </a:prstGeom>
        </p:spPr>
      </p:pic>
      <p:pic>
        <p:nvPicPr>
          <p:cNvPr id="17" name="Picture 16" descr="A screenshot of a game&#10;&#10;Description automatically generated">
            <a:extLst>
              <a:ext uri="{FF2B5EF4-FFF2-40B4-BE49-F238E27FC236}">
                <a16:creationId xmlns:a16="http://schemas.microsoft.com/office/drawing/2014/main" id="{97E49C6C-259F-DB2F-46C9-B60CFD4B1AE0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623" y="1282353"/>
            <a:ext cx="3339397" cy="640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7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game&#10;&#10;Description automatically generated">
            <a:extLst>
              <a:ext uri="{FF2B5EF4-FFF2-40B4-BE49-F238E27FC236}">
                <a16:creationId xmlns:a16="http://schemas.microsoft.com/office/drawing/2014/main" id="{2CA33139-5E0A-5F89-0DF4-523DE02EB90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98" y="1282353"/>
            <a:ext cx="3412040" cy="6841141"/>
          </a:xfrm>
          <a:prstGeom prst="rect">
            <a:avLst/>
          </a:prstGeom>
        </p:spPr>
      </p:pic>
      <p:pic>
        <p:nvPicPr>
          <p:cNvPr id="18" name="Picture 17" descr="A screenshot of a game&#10;&#10;Description automatically generated">
            <a:extLst>
              <a:ext uri="{FF2B5EF4-FFF2-40B4-BE49-F238E27FC236}">
                <a16:creationId xmlns:a16="http://schemas.microsoft.com/office/drawing/2014/main" id="{8A03BE3A-1F92-3C1C-7478-4CD0402AF85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62" y="1282353"/>
            <a:ext cx="3418016" cy="655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2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card&#10;&#10;Description automatically generated">
            <a:extLst>
              <a:ext uri="{FF2B5EF4-FFF2-40B4-BE49-F238E27FC236}">
                <a16:creationId xmlns:a16="http://schemas.microsoft.com/office/drawing/2014/main" id="{4D6F2DA1-E41F-E5D7-5F9F-6CD293C7BC3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86" y="7236100"/>
            <a:ext cx="6488625" cy="2725222"/>
          </a:xfrm>
          <a:prstGeom prst="rect">
            <a:avLst/>
          </a:prstGeom>
        </p:spPr>
      </p:pic>
      <p:pic>
        <p:nvPicPr>
          <p:cNvPr id="11" name="Picture 10" descr="A page of a game&#10;&#10;Description automatically generated">
            <a:extLst>
              <a:ext uri="{FF2B5EF4-FFF2-40B4-BE49-F238E27FC236}">
                <a16:creationId xmlns:a16="http://schemas.microsoft.com/office/drawing/2014/main" id="{72F564D9-28A6-65CB-2686-789A0BC5AD7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87" y="1274677"/>
            <a:ext cx="6488625" cy="596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32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age of a game&#10;&#10;Description automatically generated">
            <a:extLst>
              <a:ext uri="{FF2B5EF4-FFF2-40B4-BE49-F238E27FC236}">
                <a16:creationId xmlns:a16="http://schemas.microsoft.com/office/drawing/2014/main" id="{805FA094-16A3-AF54-D209-23A3FE378E0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" y="1282353"/>
            <a:ext cx="7685774" cy="608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4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card&#10;&#10;Description automatically generated">
            <a:extLst>
              <a:ext uri="{FF2B5EF4-FFF2-40B4-BE49-F238E27FC236}">
                <a16:creationId xmlns:a16="http://schemas.microsoft.com/office/drawing/2014/main" id="{EA7579F0-6EAA-F080-82D5-7450FBAD5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1"/>
            <a:ext cx="3592285" cy="5029199"/>
          </a:xfrm>
          <a:prstGeom prst="rect">
            <a:avLst/>
          </a:prstGeom>
        </p:spPr>
      </p:pic>
      <p:pic>
        <p:nvPicPr>
          <p:cNvPr id="12" name="Picture 11" descr="A close-up of a card&#10;&#10;Description automatically generated">
            <a:extLst>
              <a:ext uri="{FF2B5EF4-FFF2-40B4-BE49-F238E27FC236}">
                <a16:creationId xmlns:a16="http://schemas.microsoft.com/office/drawing/2014/main" id="{D905AABD-278A-1587-38F5-94516FDAA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5" y="5029200"/>
            <a:ext cx="3592284" cy="5029198"/>
          </a:xfrm>
          <a:prstGeom prst="rect">
            <a:avLst/>
          </a:prstGeom>
        </p:spPr>
      </p:pic>
      <p:pic>
        <p:nvPicPr>
          <p:cNvPr id="27" name="Picture 26" descr="A close-up of a ring&#10;&#10;Description automatically generated">
            <a:extLst>
              <a:ext uri="{FF2B5EF4-FFF2-40B4-BE49-F238E27FC236}">
                <a16:creationId xmlns:a16="http://schemas.microsoft.com/office/drawing/2014/main" id="{8FAEA781-7E4A-A064-AC4E-81A1BE712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2" y="5029200"/>
            <a:ext cx="3592282" cy="5029195"/>
          </a:xfrm>
          <a:prstGeom prst="rect">
            <a:avLst/>
          </a:prstGeom>
        </p:spPr>
      </p:pic>
      <p:pic>
        <p:nvPicPr>
          <p:cNvPr id="3" name="Picture 2" descr="A close-up of a card&#10;&#10;Description automatically generated">
            <a:extLst>
              <a:ext uri="{FF2B5EF4-FFF2-40B4-BE49-F238E27FC236}">
                <a16:creationId xmlns:a16="http://schemas.microsoft.com/office/drawing/2014/main" id="{902FA263-5E49-FAE5-2A1E-7DCEFD4772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5" y="5"/>
            <a:ext cx="3592282" cy="50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6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ame card&#10;&#10;Description automatically generated">
            <a:extLst>
              <a:ext uri="{FF2B5EF4-FFF2-40B4-BE49-F238E27FC236}">
                <a16:creationId xmlns:a16="http://schemas.microsoft.com/office/drawing/2014/main" id="{1B847DAD-7106-B4E9-56CA-978F232BB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92285" cy="5029199"/>
          </a:xfrm>
          <a:prstGeom prst="rect">
            <a:avLst/>
          </a:prstGeom>
        </p:spPr>
      </p:pic>
      <p:pic>
        <p:nvPicPr>
          <p:cNvPr id="3" name="Picture 2" descr="A screenshot of a video game&#10;&#10;Description automatically generated">
            <a:extLst>
              <a:ext uri="{FF2B5EF4-FFF2-40B4-BE49-F238E27FC236}">
                <a16:creationId xmlns:a16="http://schemas.microsoft.com/office/drawing/2014/main" id="{3E52EC07-9AE0-19FB-FDEF-389457C23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198"/>
            <a:ext cx="3592285" cy="5029199"/>
          </a:xfrm>
          <a:prstGeom prst="rect">
            <a:avLst/>
          </a:prstGeom>
        </p:spPr>
      </p:pic>
      <p:pic>
        <p:nvPicPr>
          <p:cNvPr id="5" name="Picture 4" descr="A close-up of a bottle&#10;&#10;Description automatically generated">
            <a:extLst>
              <a:ext uri="{FF2B5EF4-FFF2-40B4-BE49-F238E27FC236}">
                <a16:creationId xmlns:a16="http://schemas.microsoft.com/office/drawing/2014/main" id="{BD5096D3-96A9-17F7-FE6A-3B26CBBE4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29199"/>
            <a:ext cx="3592285" cy="5029199"/>
          </a:xfrm>
          <a:prstGeom prst="rect">
            <a:avLst/>
          </a:prstGeom>
        </p:spPr>
      </p:pic>
      <p:pic>
        <p:nvPicPr>
          <p:cNvPr id="10" name="Picture 9" descr="A close-up of a card&#10;&#10;Description automatically generated">
            <a:extLst>
              <a:ext uri="{FF2B5EF4-FFF2-40B4-BE49-F238E27FC236}">
                <a16:creationId xmlns:a16="http://schemas.microsoft.com/office/drawing/2014/main" id="{A80BDF33-1C21-4BD0-9822-92F2439AC6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5" cy="502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city&#10;&#10;Description automatically generated">
            <a:extLst>
              <a:ext uri="{FF2B5EF4-FFF2-40B4-BE49-F238E27FC236}">
                <a16:creationId xmlns:a16="http://schemas.microsoft.com/office/drawing/2014/main" id="{5353DEA1-93CD-9DA9-A24A-0947B3EA77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0"/>
            <a:ext cx="75438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45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26510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17</cp:revision>
  <cp:lastPrinted>2024-08-06T13:08:52Z</cp:lastPrinted>
  <dcterms:created xsi:type="dcterms:W3CDTF">2023-08-15T22:34:31Z</dcterms:created>
  <dcterms:modified xsi:type="dcterms:W3CDTF">2024-08-06T13:26:12Z</dcterms:modified>
</cp:coreProperties>
</file>