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2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46" d="100"/>
          <a:sy n="46" d="100"/>
        </p:scale>
        <p:origin x="20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AA1ACCC2-314A-7CF7-34E7-41FFAB05555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84" y="5354542"/>
            <a:ext cx="5860427" cy="4109624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BF988624-673F-2219-087A-EEA29E93F9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84" y="1647822"/>
            <a:ext cx="5860427" cy="370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75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aper with a black background&#10;&#10;AI-generated content may be incorrect.">
            <a:extLst>
              <a:ext uri="{FF2B5EF4-FFF2-40B4-BE49-F238E27FC236}">
                <a16:creationId xmlns:a16="http://schemas.microsoft.com/office/drawing/2014/main" id="{204E81DE-2886-53A2-3522-19E3AE001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649"/>
            <a:ext cx="7646684" cy="10068049"/>
          </a:xfrm>
          <a:prstGeom prst="rect">
            <a:avLst/>
          </a:prstGeom>
        </p:spPr>
      </p:pic>
      <p:pic>
        <p:nvPicPr>
          <p:cNvPr id="2" name="Picture 4" descr="11 Yellow teifling ideas | character portraits, dungeons and dragons  characters, dnd characters">
            <a:extLst>
              <a:ext uri="{FF2B5EF4-FFF2-40B4-BE49-F238E27FC236}">
                <a16:creationId xmlns:a16="http://schemas.microsoft.com/office/drawing/2014/main" id="{6DF4DCB3-D924-178C-55A1-E18CD789E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D68627"/>
              </a:clrFrom>
              <a:clrTo>
                <a:srgbClr val="D68627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446" b="64458" l="20426" r="72766">
                        <a14:foregroundMark x1="40426" y1="46386" x2="40426" y2="46386"/>
                        <a14:foregroundMark x1="46383" y1="49398" x2="35319" y2="51205"/>
                        <a14:foregroundMark x1="35319" y1="51205" x2="37872" y2="45181"/>
                        <a14:foregroundMark x1="37872" y1="45181" x2="43830" y2="49096"/>
                        <a14:foregroundMark x1="43830" y1="49096" x2="42128" y2="50602"/>
                        <a14:foregroundMark x1="39574" y1="43072" x2="31064" y2="38855"/>
                        <a14:foregroundMark x1="31064" y1="38855" x2="24681" y2="38554"/>
                        <a14:foregroundMark x1="24681" y1="38554" x2="20426" y2="48494"/>
                        <a14:foregroundMark x1="20426" y1="48494" x2="28936" y2="53916"/>
                        <a14:foregroundMark x1="28936" y1="53916" x2="40426" y2="53313"/>
                        <a14:foregroundMark x1="40426" y1="53313" x2="43404" y2="49096"/>
                        <a14:foregroundMark x1="39574" y1="51807" x2="37872" y2="57530"/>
                        <a14:foregroundMark x1="37872" y1="57530" x2="44681" y2="63554"/>
                        <a14:foregroundMark x1="44681" y1="63554" x2="60000" y2="65361"/>
                        <a14:foregroundMark x1="60000" y1="65361" x2="67234" y2="63855"/>
                        <a14:foregroundMark x1="67234" y1="63855" x2="71915" y2="49096"/>
                        <a14:foregroundMark x1="71915" y1="49096" x2="71064" y2="43072"/>
                        <a14:foregroundMark x1="71064" y1="43072" x2="62553" y2="40663"/>
                        <a14:foregroundMark x1="62553" y1="40663" x2="62128" y2="40964"/>
                        <a14:foregroundMark x1="35319" y1="56024" x2="36170" y2="62651"/>
                        <a14:foregroundMark x1="36170" y1="62651" x2="54043" y2="65964"/>
                        <a14:foregroundMark x1="54043" y1="65964" x2="65957" y2="65361"/>
                        <a14:foregroundMark x1="65957" y1="65361" x2="68936" y2="61446"/>
                        <a14:foregroundMark x1="68936" y1="61446" x2="71915" y2="52108"/>
                        <a14:foregroundMark x1="71915" y1="52108" x2="71915" y2="52108"/>
                        <a14:foregroundMark x1="57872" y1="46386" x2="57021" y2="53614"/>
                        <a14:foregroundMark x1="57021" y1="53614" x2="67234" y2="57530"/>
                        <a14:foregroundMark x1="67234" y1="57530" x2="73191" y2="52711"/>
                        <a14:foregroundMark x1="73191" y1="52711" x2="69787" y2="44880"/>
                        <a14:foregroundMark x1="69787" y1="44880" x2="60851" y2="43373"/>
                        <a14:foregroundMark x1="62553" y1="46084" x2="62979" y2="50904"/>
                        <a14:foregroundMark x1="62979" y1="50904" x2="66383" y2="47289"/>
                        <a14:foregroundMark x1="66383" y1="47289" x2="61702" y2="43675"/>
                        <a14:foregroundMark x1="35745" y1="59639" x2="45957" y2="64759"/>
                        <a14:foregroundMark x1="45957" y1="64759" x2="64681" y2="64458"/>
                        <a14:foregroundMark x1="64681" y1="64458" x2="69362" y2="61446"/>
                        <a14:foregroundMark x1="55316" y1="13278" x2="55221" y2="13193"/>
                        <a14:backgroundMark x1="57021" y1="15663" x2="57021" y2="15663"/>
                        <a14:backgroundMark x1="58298" y1="15964" x2="58298" y2="13855"/>
                        <a14:backgroundMark x1="57447" y1="14759" x2="58298" y2="17470"/>
                        <a14:backgroundMark x1="57447" y1="13855" x2="56596" y2="15663"/>
                        <a14:backgroundMark x1="49787" y1="12651" x2="56170" y2="12048"/>
                        <a14:backgroundMark x1="56170" y1="12048" x2="57021" y2="11747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138" t="9359" r="29327" b="35663"/>
          <a:stretch/>
        </p:blipFill>
        <p:spPr bwMode="auto">
          <a:xfrm>
            <a:off x="2414187" y="1869016"/>
            <a:ext cx="2937282" cy="49025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BCB37E-0A94-607F-18F5-469E7FE68D08}"/>
              </a:ext>
            </a:extLst>
          </p:cNvPr>
          <p:cNvSpPr txBox="1"/>
          <p:nvPr/>
        </p:nvSpPr>
        <p:spPr>
          <a:xfrm>
            <a:off x="1587332" y="828498"/>
            <a:ext cx="45977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latin typeface="Bradley Hand ITC" panose="03070402050302030203" pitchFamily="66" charset="0"/>
              </a:rPr>
              <a:t>MISSING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851AA-A25A-FD31-EA58-255D98894443}"/>
              </a:ext>
            </a:extLst>
          </p:cNvPr>
          <p:cNvSpPr txBox="1"/>
          <p:nvPr/>
        </p:nvSpPr>
        <p:spPr>
          <a:xfrm>
            <a:off x="1553504" y="6496889"/>
            <a:ext cx="465864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 dirty="0">
                <a:latin typeface="Bradley Hand ITC" panose="03070402050302030203" pitchFamily="66" charset="0"/>
              </a:rPr>
              <a:t>REWARD</a:t>
            </a:r>
            <a:endParaRPr lang="en-US" sz="3000" b="1" dirty="0">
              <a:latin typeface="Bradley Hand ITC" panose="03070402050302030203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A5A13-8133-BE06-1CDC-E636F62C3919}"/>
              </a:ext>
            </a:extLst>
          </p:cNvPr>
          <p:cNvSpPr txBox="1"/>
          <p:nvPr/>
        </p:nvSpPr>
        <p:spPr>
          <a:xfrm>
            <a:off x="1583962" y="1797994"/>
            <a:ext cx="4597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Bradley Hand ITC" panose="03070402050302030203" pitchFamily="66" charset="0"/>
              </a:rPr>
              <a:t>Lady Esme </a:t>
            </a:r>
            <a:r>
              <a:rPr lang="en-US" sz="4000" b="1" dirty="0" err="1">
                <a:latin typeface="Bradley Hand ITC" panose="03070402050302030203" pitchFamily="66" charset="0"/>
              </a:rPr>
              <a:t>Landros</a:t>
            </a:r>
            <a:endParaRPr lang="en-US" sz="4000" b="1" dirty="0">
              <a:latin typeface="Bradley Hand ITC" panose="03070402050302030203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4C124-A331-A580-20D9-BBFDF0411CA3}"/>
              </a:ext>
            </a:extLst>
          </p:cNvPr>
          <p:cNvSpPr txBox="1"/>
          <p:nvPr/>
        </p:nvSpPr>
        <p:spPr>
          <a:xfrm>
            <a:off x="517964" y="7619811"/>
            <a:ext cx="67297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latin typeface="Bradley Hand ITC" panose="03070402050302030203" pitchFamily="66" charset="0"/>
              </a:rPr>
              <a:t>10,000 </a:t>
            </a:r>
            <a:r>
              <a:rPr lang="en-US" sz="3000" b="1" dirty="0" err="1">
                <a:latin typeface="Bradley Hand ITC" panose="03070402050302030203" pitchFamily="66" charset="0"/>
              </a:rPr>
              <a:t>gp</a:t>
            </a:r>
            <a:r>
              <a:rPr lang="en-US" sz="3000" b="1" dirty="0">
                <a:latin typeface="Bradley Hand ITC" panose="03070402050302030203" pitchFamily="66" charset="0"/>
              </a:rPr>
              <a:t> upon safe return to </a:t>
            </a:r>
            <a:r>
              <a:rPr lang="en-US" sz="3000" b="1" dirty="0" err="1">
                <a:latin typeface="Bradley Hand ITC" panose="03070402050302030203" pitchFamily="66" charset="0"/>
              </a:rPr>
              <a:t>Silverspire</a:t>
            </a:r>
            <a:endParaRPr lang="en-US" sz="3000" b="1" dirty="0">
              <a:latin typeface="Bradley Hand ITC" panose="03070402050302030203" pitchFamily="66" charset="0"/>
            </a:endParaRPr>
          </a:p>
          <a:p>
            <a:pPr algn="ctr"/>
            <a:r>
              <a:rPr lang="en-US" sz="3000" b="1" dirty="0">
                <a:latin typeface="Bradley Hand ITC" panose="03070402050302030203" pitchFamily="66" charset="0"/>
              </a:rPr>
              <a:t>payable by order of House Vespera</a:t>
            </a:r>
            <a:br>
              <a:rPr lang="en-US" sz="3000" b="1" dirty="0">
                <a:latin typeface="Bradley Hand ITC" panose="03070402050302030203" pitchFamily="66" charset="0"/>
              </a:rPr>
            </a:br>
            <a:r>
              <a:rPr lang="en-US" sz="3000" b="1" dirty="0">
                <a:latin typeface="Bradley Hand ITC" panose="03070402050302030203" pitchFamily="66" charset="0"/>
              </a:rPr>
              <a:t>of </a:t>
            </a:r>
            <a:r>
              <a:rPr lang="en-US" sz="3000" b="1" dirty="0" err="1">
                <a:latin typeface="Bradley Hand ITC" panose="03070402050302030203" pitchFamily="66" charset="0"/>
              </a:rPr>
              <a:t>Steelcry</a:t>
            </a:r>
            <a:r>
              <a:rPr lang="en-US" sz="3000" b="1" dirty="0">
                <a:latin typeface="Bradley Hand ITC" panose="03070402050302030203" pitchFamily="66" charset="0"/>
              </a:rPr>
              <a:t> Hold </a:t>
            </a:r>
          </a:p>
        </p:txBody>
      </p:sp>
    </p:spTree>
    <p:extLst>
      <p:ext uri="{BB962C8B-B14F-4D97-AF65-F5344CB8AC3E}">
        <p14:creationId xmlns:p14="http://schemas.microsoft.com/office/powerpoint/2010/main" val="267736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324</TotalTime>
  <Words>22</Words>
  <Application>Microsoft Office PowerPoint</Application>
  <PresentationFormat>Custom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Bradley Hand ITC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7</cp:revision>
  <dcterms:created xsi:type="dcterms:W3CDTF">2023-08-15T22:34:31Z</dcterms:created>
  <dcterms:modified xsi:type="dcterms:W3CDTF">2025-03-12T04:46:51Z</dcterms:modified>
</cp:coreProperties>
</file>