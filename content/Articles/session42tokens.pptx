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77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B1F048-FE19-42AF-9F3A-B22E07200FDB}" v="11" dt="2025-12-16T06:07:31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1" d="100"/>
          <a:sy n="51" d="100"/>
        </p:scale>
        <p:origin x="19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 sldOrd">
      <pc:chgData name="Jack Bond" userId="d0613b4d9d68792d" providerId="LiveId" clId="{DAEA3D54-AD02-4E1B-A73A-AB467D915B21}" dt="2025-12-16T06:08:48.422" v="873" actId="732"/>
      <pc:docMkLst>
        <pc:docMk/>
      </pc:docMkLst>
      <pc:sldChg chg="del">
        <pc:chgData name="Jack Bond" userId="d0613b4d9d68792d" providerId="LiveId" clId="{DAEA3D54-AD02-4E1B-A73A-AB467D915B21}" dt="2025-12-16T05:06:43.111" v="811" actId="47"/>
        <pc:sldMkLst>
          <pc:docMk/>
          <pc:sldMk cId="3346064594" sldId="274"/>
        </pc:sldMkLst>
      </pc:sldChg>
      <pc:sldChg chg="addSp delSp modSp new mod ord">
        <pc:chgData name="Jack Bond" userId="d0613b4d9d68792d" providerId="LiveId" clId="{DAEA3D54-AD02-4E1B-A73A-AB467D915B21}" dt="2025-12-16T05:06:41.118" v="810" actId="1035"/>
        <pc:sldMkLst>
          <pc:docMk/>
          <pc:sldMk cId="138426681" sldId="276"/>
        </pc:sldMkLst>
        <pc:picChg chg="add mod ord">
          <ac:chgData name="Jack Bond" userId="d0613b4d9d68792d" providerId="LiveId" clId="{DAEA3D54-AD02-4E1B-A73A-AB467D915B21}" dt="2025-12-16T05:06:41.118" v="810" actId="1035"/>
          <ac:picMkLst>
            <pc:docMk/>
            <pc:sldMk cId="138426681" sldId="276"/>
            <ac:picMk id="3" creationId="{40B7DC17-6B89-D5A9-5A88-B86A5BD40CF0}"/>
          </ac:picMkLst>
        </pc:picChg>
        <pc:picChg chg="del">
          <ac:chgData name="Jack Bond" userId="d0613b4d9d68792d" providerId="LiveId" clId="{DAEA3D54-AD02-4E1B-A73A-AB467D915B21}" dt="2025-12-16T05:06:39.335" v="808" actId="478"/>
          <ac:picMkLst>
            <pc:docMk/>
            <pc:sldMk cId="138426681" sldId="276"/>
            <ac:picMk id="5" creationId="{7D1CB82C-AF68-E002-F965-0509BF9C2B76}"/>
          </ac:picMkLst>
        </pc:picChg>
        <pc:picChg chg="add mod">
          <ac:chgData name="Jack Bond" userId="d0613b4d9d68792d" providerId="LiveId" clId="{DAEA3D54-AD02-4E1B-A73A-AB467D915B21}" dt="2025-12-16T05:06:09.280" v="803"/>
          <ac:picMkLst>
            <pc:docMk/>
            <pc:sldMk cId="138426681" sldId="276"/>
            <ac:picMk id="6" creationId="{81FB7C4A-16EE-A2D4-1AC1-3073C77BAC93}"/>
          </ac:picMkLst>
        </pc:picChg>
        <pc:picChg chg="del">
          <ac:chgData name="Jack Bond" userId="d0613b4d9d68792d" providerId="LiveId" clId="{DAEA3D54-AD02-4E1B-A73A-AB467D915B21}" dt="2025-12-16T05:06:39.335" v="808" actId="478"/>
          <ac:picMkLst>
            <pc:docMk/>
            <pc:sldMk cId="138426681" sldId="276"/>
            <ac:picMk id="7" creationId="{08F5B732-F304-836F-9A2E-F06E37FF44D9}"/>
          </ac:picMkLst>
        </pc:picChg>
      </pc:sldChg>
      <pc:sldChg chg="addSp delSp modSp new mod">
        <pc:chgData name="Jack Bond" userId="d0613b4d9d68792d" providerId="LiveId" clId="{DAEA3D54-AD02-4E1B-A73A-AB467D915B21}" dt="2025-12-16T06:08:48.422" v="873" actId="732"/>
        <pc:sldMkLst>
          <pc:docMk/>
          <pc:sldMk cId="2330193475" sldId="277"/>
        </pc:sldMkLst>
        <pc:picChg chg="add del mod modCrop">
          <ac:chgData name="Jack Bond" userId="d0613b4d9d68792d" providerId="LiveId" clId="{DAEA3D54-AD02-4E1B-A73A-AB467D915B21}" dt="2025-12-16T06:08:26.377" v="869" actId="478"/>
          <ac:picMkLst>
            <pc:docMk/>
            <pc:sldMk cId="2330193475" sldId="277"/>
            <ac:picMk id="3" creationId="{1F905465-B984-0C82-7519-6DC77E1A6F26}"/>
          </ac:picMkLst>
        </pc:picChg>
        <pc:picChg chg="add mod modCrop">
          <ac:chgData name="Jack Bond" userId="d0613b4d9d68792d" providerId="LiveId" clId="{DAEA3D54-AD02-4E1B-A73A-AB467D915B21}" dt="2025-12-16T06:08:48.422" v="873" actId="732"/>
          <ac:picMkLst>
            <pc:docMk/>
            <pc:sldMk cId="2330193475" sldId="277"/>
            <ac:picMk id="5" creationId="{1D1175FC-BA68-E2A0-41E8-4DBE37133BEA}"/>
          </ac:picMkLst>
        </pc:picChg>
        <pc:picChg chg="add mod modCrop">
          <ac:chgData name="Jack Bond" userId="d0613b4d9d68792d" providerId="LiveId" clId="{DAEA3D54-AD02-4E1B-A73A-AB467D915B21}" dt="2025-12-16T06:08:35.950" v="871" actId="732"/>
          <ac:picMkLst>
            <pc:docMk/>
            <pc:sldMk cId="2330193475" sldId="277"/>
            <ac:picMk id="7" creationId="{E21F1AC5-6CA2-CC69-2B79-6F5213C5C9D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7DC17-6B89-D5A9-5A88-B86A5BD40CF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11973"/>
            <a:ext cx="7620000" cy="901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1175FC-BA68-E2A0-41E8-4DBE37133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6" r="1"/>
          <a:stretch>
            <a:fillRect/>
          </a:stretch>
        </p:blipFill>
        <p:spPr>
          <a:xfrm rot="5400000">
            <a:off x="1371597" y="3657598"/>
            <a:ext cx="5029201" cy="77724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1F1AC5-6CA2-CC69-2B79-6F5213C5C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4" r="3654"/>
          <a:stretch>
            <a:fillRect/>
          </a:stretch>
        </p:blipFill>
        <p:spPr>
          <a:xfrm rot="5400000">
            <a:off x="1371599" y="-1371600"/>
            <a:ext cx="5029201" cy="777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93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9973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2025-12-16T06:08:52Z</dcterms:modified>
</cp:coreProperties>
</file>