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75" r:id="rId3"/>
  </p:sldIdLst>
  <p:sldSz cx="7772400" cy="10058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C73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EB8446-0043-423E-8C2F-992939C06970}" v="58" dt="2026-03-24T20:51:05.2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29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Bond" userId="d0613b4d9d68792d" providerId="LiveId" clId="{DAEA3D54-AD02-4E1B-A73A-AB467D915B21}"/>
    <pc:docChg chg="undo custSel addSld delSld modSld sldOrd">
      <pc:chgData name="Jack Bond" userId="d0613b4d9d68792d" providerId="LiveId" clId="{DAEA3D54-AD02-4E1B-A73A-AB467D915B21}" dt="2026-03-24T20:51:39.164" v="1093" actId="1076"/>
      <pc:docMkLst>
        <pc:docMk/>
      </pc:docMkLst>
      <pc:sldChg chg="addSp delSp modSp add del mod">
        <pc:chgData name="Jack Bond" userId="d0613b4d9d68792d" providerId="LiveId" clId="{DAEA3D54-AD02-4E1B-A73A-AB467D915B21}" dt="2026-03-24T20:12:14.541" v="1061" actId="1076"/>
        <pc:sldMkLst>
          <pc:docMk/>
          <pc:sldMk cId="3346064594" sldId="274"/>
        </pc:sldMkLst>
        <pc:grpChg chg="add mod">
          <ac:chgData name="Jack Bond" userId="d0613b4d9d68792d" providerId="LiveId" clId="{DAEA3D54-AD02-4E1B-A73A-AB467D915B21}" dt="2026-03-24T20:12:14.541" v="1061" actId="1076"/>
          <ac:grpSpMkLst>
            <pc:docMk/>
            <pc:sldMk cId="3346064594" sldId="274"/>
            <ac:grpSpMk id="18" creationId="{90F54402-AE6C-412A-1C56-A5877DD76B54}"/>
          </ac:grpSpMkLst>
        </pc:grpChg>
        <pc:grpChg chg="add del mod">
          <ac:chgData name="Jack Bond" userId="d0613b4d9d68792d" providerId="LiveId" clId="{DAEA3D54-AD02-4E1B-A73A-AB467D915B21}" dt="2026-03-24T20:07:27.600" v="988" actId="478"/>
          <ac:grpSpMkLst>
            <pc:docMk/>
            <pc:sldMk cId="3346064594" sldId="274"/>
            <ac:grpSpMk id="19" creationId="{CB4047F2-51E5-56EF-9E5E-582E10A6E209}"/>
          </ac:grpSpMkLst>
        </pc:grpChg>
        <pc:picChg chg="add del mod">
          <ac:chgData name="Jack Bond" userId="d0613b4d9d68792d" providerId="LiveId" clId="{DAEA3D54-AD02-4E1B-A73A-AB467D915B21}" dt="2026-03-24T20:08:57.609" v="1007" actId="478"/>
          <ac:picMkLst>
            <pc:docMk/>
            <pc:sldMk cId="3346064594" sldId="274"/>
            <ac:picMk id="2" creationId="{F885DE9E-61CE-3F43-6D5C-D5D3023882EB}"/>
          </ac:picMkLst>
        </pc:picChg>
        <pc:picChg chg="add del mod modCrop">
          <ac:chgData name="Jack Bond" userId="d0613b4d9d68792d" providerId="LiveId" clId="{DAEA3D54-AD02-4E1B-A73A-AB467D915B21}" dt="2026-03-24T20:11:48.596" v="1051" actId="478"/>
          <ac:picMkLst>
            <pc:docMk/>
            <pc:sldMk cId="3346064594" sldId="274"/>
            <ac:picMk id="3" creationId="{F95A9F91-21F2-CB7D-B5A3-231352A07212}"/>
          </ac:picMkLst>
        </pc:picChg>
        <pc:picChg chg="add mod">
          <ac:chgData name="Jack Bond" userId="d0613b4d9d68792d" providerId="LiveId" clId="{DAEA3D54-AD02-4E1B-A73A-AB467D915B21}" dt="2026-03-24T20:09:32.681" v="1021" actId="1076"/>
          <ac:picMkLst>
            <pc:docMk/>
            <pc:sldMk cId="3346064594" sldId="274"/>
            <ac:picMk id="4" creationId="{868A03F7-2356-ECC3-1D09-FE7942E610F5}"/>
          </ac:picMkLst>
        </pc:picChg>
        <pc:picChg chg="add mod">
          <ac:chgData name="Jack Bond" userId="d0613b4d9d68792d" providerId="LiveId" clId="{DAEA3D54-AD02-4E1B-A73A-AB467D915B21}" dt="2026-03-24T20:12:11.621" v="1059" actId="1076"/>
          <ac:picMkLst>
            <pc:docMk/>
            <pc:sldMk cId="3346064594" sldId="274"/>
            <ac:picMk id="5" creationId="{ED08BA34-4A68-CC70-0D1C-1B9F2897E8D4}"/>
          </ac:picMkLst>
        </pc:picChg>
        <pc:picChg chg="add mod ord">
          <ac:chgData name="Jack Bond" userId="d0613b4d9d68792d" providerId="LiveId" clId="{DAEA3D54-AD02-4E1B-A73A-AB467D915B21}" dt="2026-03-24T20:07:15.108" v="982" actId="1076"/>
          <ac:picMkLst>
            <pc:docMk/>
            <pc:sldMk cId="3346064594" sldId="274"/>
            <ac:picMk id="6" creationId="{F246B52B-BFC4-3378-DA0F-94C2A76D8741}"/>
          </ac:picMkLst>
        </pc:picChg>
        <pc:picChg chg="add mod">
          <ac:chgData name="Jack Bond" userId="d0613b4d9d68792d" providerId="LiveId" clId="{DAEA3D54-AD02-4E1B-A73A-AB467D915B21}" dt="2026-03-24T20:12:11.621" v="1059" actId="1076"/>
          <ac:picMkLst>
            <pc:docMk/>
            <pc:sldMk cId="3346064594" sldId="274"/>
            <ac:picMk id="7" creationId="{022083EA-E51E-5CD3-4F41-775AAC979049}"/>
          </ac:picMkLst>
        </pc:picChg>
        <pc:picChg chg="add mod ord">
          <ac:chgData name="Jack Bond" userId="d0613b4d9d68792d" providerId="LiveId" clId="{DAEA3D54-AD02-4E1B-A73A-AB467D915B21}" dt="2026-02-24T21:51:56.424" v="895" actId="167"/>
          <ac:picMkLst>
            <pc:docMk/>
            <pc:sldMk cId="3346064594" sldId="274"/>
            <ac:picMk id="9" creationId="{A5618EDC-4FE9-49B6-26FC-8479AA823BFC}"/>
          </ac:picMkLst>
        </pc:picChg>
        <pc:picChg chg="add mod modCrop">
          <ac:chgData name="Jack Bond" userId="d0613b4d9d68792d" providerId="LiveId" clId="{DAEA3D54-AD02-4E1B-A73A-AB467D915B21}" dt="2026-02-24T22:06:25.501" v="945" actId="1076"/>
          <ac:picMkLst>
            <pc:docMk/>
            <pc:sldMk cId="3346064594" sldId="274"/>
            <ac:picMk id="11" creationId="{C429A59C-BD3D-1FD0-B26E-B27DF2CB762D}"/>
          </ac:picMkLst>
        </pc:picChg>
        <pc:picChg chg="add mod">
          <ac:chgData name="Jack Bond" userId="d0613b4d9d68792d" providerId="LiveId" clId="{DAEA3D54-AD02-4E1B-A73A-AB467D915B21}" dt="2026-02-24T22:06:06.801" v="939" actId="164"/>
          <ac:picMkLst>
            <pc:docMk/>
            <pc:sldMk cId="3346064594" sldId="274"/>
            <ac:picMk id="14" creationId="{F18485BB-245F-FA8A-CEEE-D87F061C67C4}"/>
          </ac:picMkLst>
        </pc:picChg>
        <pc:picChg chg="add del mod ord">
          <ac:chgData name="Jack Bond" userId="d0613b4d9d68792d" providerId="LiveId" clId="{DAEA3D54-AD02-4E1B-A73A-AB467D915B21}" dt="2026-03-24T20:07:06.695" v="979" actId="478"/>
          <ac:picMkLst>
            <pc:docMk/>
            <pc:sldMk cId="3346064594" sldId="274"/>
            <ac:picMk id="26" creationId="{C23B1C9A-4F7D-7564-6FCC-4C38DBFDD79F}"/>
          </ac:picMkLst>
        </pc:picChg>
        <pc:picChg chg="add del mod">
          <ac:chgData name="Jack Bond" userId="d0613b4d9d68792d" providerId="LiveId" clId="{DAEA3D54-AD02-4E1B-A73A-AB467D915B21}" dt="2026-03-24T20:09:05.319" v="1010" actId="478"/>
          <ac:picMkLst>
            <pc:docMk/>
            <pc:sldMk cId="3346064594" sldId="274"/>
            <ac:picMk id="1026" creationId="{9276A86B-3BD9-BD94-2540-0D2180140A5D}"/>
          </ac:picMkLst>
        </pc:picChg>
      </pc:sldChg>
      <pc:sldChg chg="addSp modSp new mod">
        <pc:chgData name="Jack Bond" userId="d0613b4d9d68792d" providerId="LiveId" clId="{DAEA3D54-AD02-4E1B-A73A-AB467D915B21}" dt="2026-03-24T20:51:39.164" v="1093" actId="1076"/>
        <pc:sldMkLst>
          <pc:docMk/>
          <pc:sldMk cId="4159412943" sldId="275"/>
        </pc:sldMkLst>
        <pc:picChg chg="add mod">
          <ac:chgData name="Jack Bond" userId="d0613b4d9d68792d" providerId="LiveId" clId="{DAEA3D54-AD02-4E1B-A73A-AB467D915B21}" dt="2026-03-24T20:51:39.164" v="1093" actId="1076"/>
          <ac:picMkLst>
            <pc:docMk/>
            <pc:sldMk cId="4159412943" sldId="275"/>
            <ac:picMk id="3" creationId="{25D79052-5E45-90C7-595E-116A90FC40C2}"/>
          </ac:picMkLst>
        </pc:picChg>
        <pc:picChg chg="add mod">
          <ac:chgData name="Jack Bond" userId="d0613b4d9d68792d" providerId="LiveId" clId="{DAEA3D54-AD02-4E1B-A73A-AB467D915B21}" dt="2026-03-24T20:51:39.164" v="1093" actId="1076"/>
          <ac:picMkLst>
            <pc:docMk/>
            <pc:sldMk cId="4159412943" sldId="275"/>
            <ac:picMk id="5" creationId="{DA312ED3-DDBE-3220-02C9-2A775CAF60C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microsoft.com/office/2007/relationships/hdphoto" Target="../media/hdphoto3.wdp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5618EDC-4FE9-49B6-26FC-8479AA823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5029200"/>
            <a:ext cx="3592286" cy="5029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46B52B-BFC4-3378-DA0F-94C2A76D8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14" y="5029200"/>
            <a:ext cx="3592286" cy="50292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0F54402-AE6C-412A-1C56-A5877DD76B54}"/>
              </a:ext>
            </a:extLst>
          </p:cNvPr>
          <p:cNvGrpSpPr/>
          <p:nvPr/>
        </p:nvGrpSpPr>
        <p:grpSpPr>
          <a:xfrm>
            <a:off x="6373862" y="1386694"/>
            <a:ext cx="1104624" cy="2487086"/>
            <a:chOff x="293914" y="5029200"/>
            <a:chExt cx="1104624" cy="248708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429A59C-BD3D-1FD0-B26E-B27DF2CB7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26" b="6012"/>
            <a:stretch>
              <a:fillRect/>
            </a:stretch>
          </p:blipFill>
          <p:spPr>
            <a:xfrm>
              <a:off x="293914" y="6272743"/>
              <a:ext cx="1104624" cy="1243543"/>
            </a:xfrm>
            <a:prstGeom prst="ellipse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18485BB-245F-FA8A-CEEE-D87F061C67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26" b="6012"/>
            <a:stretch>
              <a:fillRect/>
            </a:stretch>
          </p:blipFill>
          <p:spPr>
            <a:xfrm flipV="1">
              <a:off x="293914" y="5029200"/>
              <a:ext cx="1104624" cy="1243543"/>
            </a:xfrm>
            <a:prstGeom prst="ellipse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D08BA34-4A68-CC70-0D1C-1B9F2897E8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27" b="89740" l="394" r="99014">
                        <a14:foregroundMark x1="86982" y1="78035" x2="96844" y2="64884"/>
                        <a14:foregroundMark x1="96844" y1="64884" x2="99408" y2="49566"/>
                        <a14:foregroundMark x1="99408" y1="49566" x2="87179" y2="21676"/>
                        <a14:foregroundMark x1="87179" y1="21676" x2="86982" y2="21387"/>
                        <a14:foregroundMark x1="19329" y1="72977" x2="4734" y2="65462"/>
                        <a14:foregroundMark x1="4734" y1="65462" x2="3945" y2="39162"/>
                        <a14:foregroundMark x1="3945" y1="39162" x2="17554" y2="29769"/>
                        <a14:foregroundMark x1="17554" y1="29769" x2="21893" y2="30347"/>
                        <a14:foregroundMark x1="17751" y1="75000" x2="11243" y2="76590"/>
                        <a14:foregroundMark x1="17160" y1="79046" x2="11045" y2="78613"/>
                        <a14:foregroundMark x1="18738" y1="79624" x2="9665" y2="81358"/>
                        <a14:foregroundMark x1="18935" y1="80491" x2="12229" y2="82081"/>
                        <a14:foregroundMark x1="28008" y1="21387" x2="19329" y2="30780"/>
                        <a14:foregroundMark x1="19329" y1="30780" x2="26430" y2="19653"/>
                        <a14:foregroundMark x1="26430" y1="19653" x2="7890" y2="26301"/>
                        <a14:foregroundMark x1="7890" y1="26301" x2="394" y2="40462"/>
                        <a14:foregroundMark x1="18540" y1="22977" x2="11440" y2="19364"/>
                        <a14:foregroundMark x1="19527" y1="19653" x2="12821" y2="18208"/>
                        <a14:foregroundMark x1="19921" y1="19364" x2="14201" y2="19942"/>
                        <a14:foregroundMark x1="2564" y1="69220" x2="2367" y2="73844"/>
                      </a14:backgroundRemoval>
                    </a14:imgEffect>
                    <a14:imgEffect>
                      <a14:artisticPlasticWrap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293914" y="520838"/>
            <a:ext cx="3090940" cy="421879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2083EA-E51E-5CD3-4F41-775AAC9790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27" b="89740" l="394" r="99014">
                        <a14:foregroundMark x1="86982" y1="78035" x2="96844" y2="64884"/>
                        <a14:foregroundMark x1="96844" y1="64884" x2="99408" y2="49566"/>
                        <a14:foregroundMark x1="99408" y1="49566" x2="87179" y2="21676"/>
                        <a14:foregroundMark x1="87179" y1="21676" x2="86982" y2="21387"/>
                        <a14:foregroundMark x1="19329" y1="72977" x2="4734" y2="65462"/>
                        <a14:foregroundMark x1="4734" y1="65462" x2="3945" y2="39162"/>
                        <a14:foregroundMark x1="3945" y1="39162" x2="17554" y2="29769"/>
                        <a14:foregroundMark x1="17554" y1="29769" x2="21893" y2="30347"/>
                        <a14:foregroundMark x1="17751" y1="75000" x2="11243" y2="76590"/>
                        <a14:foregroundMark x1="17160" y1="79046" x2="11045" y2="78613"/>
                        <a14:foregroundMark x1="18738" y1="79624" x2="9665" y2="81358"/>
                        <a14:foregroundMark x1="18935" y1="80491" x2="12229" y2="82081"/>
                        <a14:foregroundMark x1="28008" y1="21387" x2="19329" y2="30780"/>
                        <a14:foregroundMark x1="19329" y1="30780" x2="26430" y2="19653"/>
                        <a14:foregroundMark x1="26430" y1="19653" x2="7890" y2="26301"/>
                        <a14:foregroundMark x1="7890" y1="26301" x2="394" y2="40462"/>
                        <a14:foregroundMark x1="18540" y1="22977" x2="11440" y2="19364"/>
                        <a14:foregroundMark x1="19527" y1="19653" x2="12821" y2="18208"/>
                        <a14:foregroundMark x1="19921" y1="19364" x2="14201" y2="19942"/>
                        <a14:foregroundMark x1="2564" y1="69220" x2="2367" y2="73844"/>
                      </a14:backgroundRemoval>
                    </a14:imgEffect>
                    <a14:imgEffect>
                      <a14:artisticPlasticWrap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92754" y="520838"/>
            <a:ext cx="3090940" cy="421879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46064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D79052-5E45-90C7-595E-116A90FC40C2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478" y="267594"/>
            <a:ext cx="7037444" cy="33779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312ED3-DDBE-3220-02C9-2A775CAF60C0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478" y="3645568"/>
            <a:ext cx="7037444" cy="625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412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10075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12</cp:revision>
  <cp:lastPrinted>2025-07-02T20:13:04Z</cp:lastPrinted>
  <dcterms:created xsi:type="dcterms:W3CDTF">2023-08-15T22:34:31Z</dcterms:created>
  <dcterms:modified xsi:type="dcterms:W3CDTF">2026-03-24T20:51:43Z</dcterms:modified>
</cp:coreProperties>
</file>