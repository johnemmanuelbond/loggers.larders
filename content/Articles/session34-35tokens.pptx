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72" r:id="rId3"/>
    <p:sldId id="273" r:id="rId4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AD870-3EF4-4941-847D-EA3A6F1D2663}" v="163" dt="2025-07-15T02:49:18.810"/>
    <p1510:client id="{435F300D-6CAF-4321-8599-B61F303F931A}" v="5" dt="2025-07-15T02:28:43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8" d="100"/>
          <a:sy n="48" d="100"/>
        </p:scale>
        <p:origin x="130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435F300D-6CAF-4321-8599-B61F303F931A}"/>
    <pc:docChg chg="undo custSel addSld delSld modSld sldOrd">
      <pc:chgData name="Jack Bond" userId="d0613b4d9d68792d" providerId="LiveId" clId="{435F300D-6CAF-4321-8599-B61F303F931A}" dt="2025-07-15T02:28:43.037" v="64"/>
      <pc:docMkLst>
        <pc:docMk/>
      </pc:docMkLst>
      <pc:sldChg chg="del">
        <pc:chgData name="Jack Bond" userId="d0613b4d9d68792d" providerId="LiveId" clId="{435F300D-6CAF-4321-8599-B61F303F931A}" dt="2025-07-15T02:25:51.911" v="2" actId="47"/>
        <pc:sldMkLst>
          <pc:docMk/>
          <pc:sldMk cId="53687160" sldId="268"/>
        </pc:sldMkLst>
      </pc:sldChg>
      <pc:sldChg chg="addSp modSp new mod">
        <pc:chgData name="Jack Bond" userId="d0613b4d9d68792d" providerId="LiveId" clId="{435F300D-6CAF-4321-8599-B61F303F931A}" dt="2025-07-15T02:27:46.262" v="56" actId="1076"/>
        <pc:sldMkLst>
          <pc:docMk/>
          <pc:sldMk cId="2296457534" sldId="269"/>
        </pc:sldMkLst>
        <pc:picChg chg="add mod">
          <ac:chgData name="Jack Bond" userId="d0613b4d9d68792d" providerId="LiveId" clId="{435F300D-6CAF-4321-8599-B61F303F931A}" dt="2025-07-15T02:26:10.826" v="11" actId="1076"/>
          <ac:picMkLst>
            <pc:docMk/>
            <pc:sldMk cId="2296457534" sldId="269"/>
            <ac:picMk id="3" creationId="{E672A2A6-FF31-AF9C-8F7A-563C23F7CD6E}"/>
          </ac:picMkLst>
        </pc:picChg>
        <pc:picChg chg="add mod">
          <ac:chgData name="Jack Bond" userId="d0613b4d9d68792d" providerId="LiveId" clId="{435F300D-6CAF-4321-8599-B61F303F931A}" dt="2025-07-15T02:27:46.262" v="56" actId="1076"/>
          <ac:picMkLst>
            <pc:docMk/>
            <pc:sldMk cId="2296457534" sldId="269"/>
            <ac:picMk id="5" creationId="{21E85C9E-F959-A57E-9AE1-CA9110DF062E}"/>
          </ac:picMkLst>
        </pc:picChg>
      </pc:sldChg>
      <pc:sldChg chg="add">
        <pc:chgData name="Jack Bond" userId="d0613b4d9d68792d" providerId="LiveId" clId="{435F300D-6CAF-4321-8599-B61F303F931A}" dt="2025-07-15T02:28:43.037" v="64"/>
        <pc:sldMkLst>
          <pc:docMk/>
          <pc:sldMk cId="1470260589" sldId="270"/>
        </pc:sldMkLst>
      </pc:sldChg>
      <pc:sldChg chg="addSp modSp new del mod">
        <pc:chgData name="Jack Bond" userId="d0613b4d9d68792d" providerId="LiveId" clId="{435F300D-6CAF-4321-8599-B61F303F931A}" dt="2025-07-15T02:28:37.920" v="63" actId="2696"/>
        <pc:sldMkLst>
          <pc:docMk/>
          <pc:sldMk cId="3485330045" sldId="270"/>
        </pc:sldMkLst>
        <pc:picChg chg="add mod">
          <ac:chgData name="Jack Bond" userId="d0613b4d9d68792d" providerId="LiveId" clId="{435F300D-6CAF-4321-8599-B61F303F931A}" dt="2025-07-15T02:26:50.357" v="30" actId="1076"/>
          <ac:picMkLst>
            <pc:docMk/>
            <pc:sldMk cId="3485330045" sldId="270"/>
            <ac:picMk id="3" creationId="{F36EB111-C606-4078-3B4B-864CC8F25446}"/>
          </ac:picMkLst>
        </pc:picChg>
        <pc:picChg chg="add mod">
          <ac:chgData name="Jack Bond" userId="d0613b4d9d68792d" providerId="LiveId" clId="{435F300D-6CAF-4321-8599-B61F303F931A}" dt="2025-07-15T02:26:48.476" v="29" actId="1076"/>
          <ac:picMkLst>
            <pc:docMk/>
            <pc:sldMk cId="3485330045" sldId="270"/>
            <ac:picMk id="5" creationId="{0DA55B62-3D38-ECF5-9286-F231F1A96BEC}"/>
          </ac:picMkLst>
        </pc:picChg>
      </pc:sldChg>
      <pc:sldChg chg="addSp modSp new mod ord">
        <pc:chgData name="Jack Bond" userId="d0613b4d9d68792d" providerId="LiveId" clId="{435F300D-6CAF-4321-8599-B61F303F931A}" dt="2025-07-15T02:28:34.772" v="62"/>
        <pc:sldMkLst>
          <pc:docMk/>
          <pc:sldMk cId="2868086417" sldId="271"/>
        </pc:sldMkLst>
        <pc:picChg chg="add mod">
          <ac:chgData name="Jack Bond" userId="d0613b4d9d68792d" providerId="LiveId" clId="{435F300D-6CAF-4321-8599-B61F303F931A}" dt="2025-07-15T02:28:02.061" v="60" actId="1076"/>
          <ac:picMkLst>
            <pc:docMk/>
            <pc:sldMk cId="2868086417" sldId="271"/>
            <ac:picMk id="3" creationId="{047470EB-E472-ED2F-C8AE-9C4AC61FC020}"/>
          </ac:picMkLst>
        </pc:picChg>
      </pc:sldChg>
      <pc:sldChg chg="addSp delSp modSp new del mod">
        <pc:chgData name="Jack Bond" userId="d0613b4d9d68792d" providerId="LiveId" clId="{435F300D-6CAF-4321-8599-B61F303F931A}" dt="2025-07-15T02:28:37.920" v="63" actId="2696"/>
        <pc:sldMkLst>
          <pc:docMk/>
          <pc:sldMk cId="2730225920" sldId="272"/>
        </pc:sldMkLst>
        <pc:picChg chg="add mod">
          <ac:chgData name="Jack Bond" userId="d0613b4d9d68792d" providerId="LiveId" clId="{435F300D-6CAF-4321-8599-B61F303F931A}" dt="2025-07-15T02:27:34.616" v="54" actId="1076"/>
          <ac:picMkLst>
            <pc:docMk/>
            <pc:sldMk cId="2730225920" sldId="272"/>
            <ac:picMk id="3" creationId="{BBB8FF5C-F60A-F0B7-5363-23C3CF7C4F19}"/>
          </ac:picMkLst>
        </pc:picChg>
        <pc:picChg chg="add mod">
          <ac:chgData name="Jack Bond" userId="d0613b4d9d68792d" providerId="LiveId" clId="{435F300D-6CAF-4321-8599-B61F303F931A}" dt="2025-07-15T02:27:32.497" v="53" actId="1076"/>
          <ac:picMkLst>
            <pc:docMk/>
            <pc:sldMk cId="2730225920" sldId="272"/>
            <ac:picMk id="5" creationId="{6E91576D-A001-42CC-FAAE-9319EE21BD0A}"/>
          </ac:picMkLst>
        </pc:picChg>
        <pc:picChg chg="add del mod">
          <ac:chgData name="Jack Bond" userId="d0613b4d9d68792d" providerId="LiveId" clId="{435F300D-6CAF-4321-8599-B61F303F931A}" dt="2025-07-15T02:27:24.411" v="49" actId="478"/>
          <ac:picMkLst>
            <pc:docMk/>
            <pc:sldMk cId="2730225920" sldId="272"/>
            <ac:picMk id="7" creationId="{292A75B9-7688-B210-8862-A35A44374C68}"/>
          </ac:picMkLst>
        </pc:picChg>
      </pc:sldChg>
      <pc:sldChg chg="add">
        <pc:chgData name="Jack Bond" userId="d0613b4d9d68792d" providerId="LiveId" clId="{435F300D-6CAF-4321-8599-B61F303F931A}" dt="2025-07-15T02:28:43.037" v="64"/>
        <pc:sldMkLst>
          <pc:docMk/>
          <pc:sldMk cId="3751906151" sldId="272"/>
        </pc:sldMkLst>
      </pc:sldChg>
    </pc:docChg>
  </pc:docChgLst>
  <pc:docChgLst>
    <pc:chgData name="Jack Bond" userId="d0613b4d9d68792d" providerId="LiveId" clId="{BBC1FA31-1213-43BB-AD77-1B1DA41181AB}"/>
    <pc:docChg chg="undo custSel addSld delSld modSld">
      <pc:chgData name="Jack Bond" userId="d0613b4d9d68792d" providerId="LiveId" clId="{BBC1FA31-1213-43BB-AD77-1B1DA41181AB}" dt="2025-07-02T20:14:53.879" v="117" actId="1076"/>
      <pc:docMkLst>
        <pc:docMk/>
      </pc:docMkLst>
      <pc:sldChg chg="del">
        <pc:chgData name="Jack Bond" userId="d0613b4d9d68792d" providerId="LiveId" clId="{BBC1FA31-1213-43BB-AD77-1B1DA41181AB}" dt="2025-07-02T04:44:05.722" v="1" actId="47"/>
        <pc:sldMkLst>
          <pc:docMk/>
          <pc:sldMk cId="2139844792" sldId="261"/>
        </pc:sldMkLst>
      </pc:sldChg>
      <pc:sldChg chg="del">
        <pc:chgData name="Jack Bond" userId="d0613b4d9d68792d" providerId="LiveId" clId="{BBC1FA31-1213-43BB-AD77-1B1DA41181AB}" dt="2025-07-02T04:44:10.822" v="3" actId="47"/>
        <pc:sldMkLst>
          <pc:docMk/>
          <pc:sldMk cId="3999261004" sldId="263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1757367688" sldId="264"/>
        </pc:sldMkLst>
      </pc:sldChg>
      <pc:sldChg chg="addSp delSp modSp add del mod">
        <pc:chgData name="Jack Bond" userId="d0613b4d9d68792d" providerId="LiveId" clId="{BBC1FA31-1213-43BB-AD77-1B1DA41181AB}" dt="2025-07-02T05:46:16.651" v="107" actId="47"/>
        <pc:sldMkLst>
          <pc:docMk/>
          <pc:sldMk cId="2677361860" sldId="264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4220064756" sldId="265"/>
        </pc:sldMkLst>
      </pc:sldChg>
      <pc:sldChg chg="addSp delSp modSp new del mod">
        <pc:chgData name="Jack Bond" userId="d0613b4d9d68792d" providerId="LiveId" clId="{BBC1FA31-1213-43BB-AD77-1B1DA41181AB}" dt="2025-07-02T05:01:20.492" v="52" actId="47"/>
        <pc:sldMkLst>
          <pc:docMk/>
          <pc:sldMk cId="3637717075" sldId="266"/>
        </pc:sldMkLst>
      </pc:sldChg>
      <pc:sldChg chg="addSp modSp new del mod">
        <pc:chgData name="Jack Bond" userId="d0613b4d9d68792d" providerId="LiveId" clId="{BBC1FA31-1213-43BB-AD77-1B1DA41181AB}" dt="2025-07-02T05:01:20.492" v="52" actId="47"/>
        <pc:sldMkLst>
          <pc:docMk/>
          <pc:sldMk cId="3627547397" sldId="267"/>
        </pc:sldMkLst>
      </pc:sldChg>
      <pc:sldChg chg="addSp delSp modSp new mod">
        <pc:chgData name="Jack Bond" userId="d0613b4d9d68792d" providerId="LiveId" clId="{BBC1FA31-1213-43BB-AD77-1B1DA41181AB}" dt="2025-07-02T20:14:53.879" v="117" actId="1076"/>
        <pc:sldMkLst>
          <pc:docMk/>
          <pc:sldMk cId="53687160" sldId="268"/>
        </pc:sldMkLst>
      </pc:sldChg>
    </pc:docChg>
  </pc:docChgLst>
  <pc:docChgLst>
    <pc:chgData name="Jack Bond" userId="d0613b4d9d68792d" providerId="LiveId" clId="{292AD870-3EF4-4941-847D-EA3A6F1D2663}"/>
    <pc:docChg chg="addSld delSld modSld">
      <pc:chgData name="Jack Bond" userId="d0613b4d9d68792d" providerId="LiveId" clId="{292AD870-3EF4-4941-847D-EA3A6F1D2663}" dt="2025-07-15T02:49:18.808" v="164" actId="1076"/>
      <pc:docMkLst>
        <pc:docMk/>
      </pc:docMkLst>
      <pc:sldChg chg="del">
        <pc:chgData name="Jack Bond" userId="d0613b4d9d68792d" providerId="LiveId" clId="{292AD870-3EF4-4941-847D-EA3A6F1D2663}" dt="2025-07-15T02:29:25.372" v="0" actId="47"/>
        <pc:sldMkLst>
          <pc:docMk/>
          <pc:sldMk cId="2296457534" sldId="269"/>
        </pc:sldMkLst>
      </pc:sldChg>
      <pc:sldChg chg="del">
        <pc:chgData name="Jack Bond" userId="d0613b4d9d68792d" providerId="LiveId" clId="{292AD870-3EF4-4941-847D-EA3A6F1D2663}" dt="2025-07-15T02:29:25.372" v="0" actId="47"/>
        <pc:sldMkLst>
          <pc:docMk/>
          <pc:sldMk cId="2868086417" sldId="271"/>
        </pc:sldMkLst>
      </pc:sldChg>
      <pc:sldChg chg="addSp delSp modSp new">
        <pc:chgData name="Jack Bond" userId="d0613b4d9d68792d" providerId="LiveId" clId="{292AD870-3EF4-4941-847D-EA3A6F1D2663}" dt="2025-07-15T02:49:18.808" v="164" actId="1076"/>
        <pc:sldMkLst>
          <pc:docMk/>
          <pc:sldMk cId="1969434560" sldId="273"/>
        </pc:sldMkLst>
        <pc:grpChg chg="add mod">
          <ac:chgData name="Jack Bond" userId="d0613b4d9d68792d" providerId="LiveId" clId="{292AD870-3EF4-4941-847D-EA3A6F1D2663}" dt="2025-07-15T02:45:23.221" v="114" actId="1076"/>
          <ac:grpSpMkLst>
            <pc:docMk/>
            <pc:sldMk cId="1969434560" sldId="273"/>
            <ac:grpSpMk id="3" creationId="{ACFC174B-8613-A65D-C655-ED10D4AF8762}"/>
          </ac:grpSpMkLst>
        </pc:grpChg>
        <pc:grpChg chg="add mod">
          <ac:chgData name="Jack Bond" userId="d0613b4d9d68792d" providerId="LiveId" clId="{292AD870-3EF4-4941-847D-EA3A6F1D2663}" dt="2025-07-15T02:49:18.808" v="164" actId="1076"/>
          <ac:grpSpMkLst>
            <pc:docMk/>
            <pc:sldMk cId="1969434560" sldId="273"/>
            <ac:grpSpMk id="6" creationId="{78852788-3487-CD05-0CD1-1EEFA450DB3E}"/>
          </ac:grpSpMkLst>
        </pc:grpChg>
        <pc:picChg chg="add mod">
          <ac:chgData name="Jack Bond" userId="d0613b4d9d68792d" providerId="LiveId" clId="{292AD870-3EF4-4941-847D-EA3A6F1D2663}" dt="2025-07-15T02:45:23.221" v="114" actId="1076"/>
          <ac:picMkLst>
            <pc:docMk/>
            <pc:sldMk cId="1969434560" sldId="273"/>
            <ac:picMk id="2" creationId="{36435681-58D3-3358-AF21-D8C04BDCC29D}"/>
          </ac:picMkLst>
        </pc:picChg>
        <pc:picChg chg="add del mod">
          <ac:chgData name="Jack Bond" userId="d0613b4d9d68792d" providerId="LiveId" clId="{292AD870-3EF4-4941-847D-EA3A6F1D2663}" dt="2025-07-15T02:47:11.875" v="133" actId="478"/>
          <ac:picMkLst>
            <pc:docMk/>
            <pc:sldMk cId="1969434560" sldId="273"/>
            <ac:picMk id="4" creationId="{83C9F192-528B-DCCC-0D23-C1C252D8F8C1}"/>
          </ac:picMkLst>
        </pc:picChg>
        <pc:picChg chg="add mod">
          <ac:chgData name="Jack Bond" userId="d0613b4d9d68792d" providerId="LiveId" clId="{292AD870-3EF4-4941-847D-EA3A6F1D2663}" dt="2025-07-15T02:49:18.808" v="164" actId="1076"/>
          <ac:picMkLst>
            <pc:docMk/>
            <pc:sldMk cId="1969434560" sldId="273"/>
            <ac:picMk id="5" creationId="{718F011A-43A6-2B64-977E-AA422A907BA1}"/>
          </ac:picMkLst>
        </pc:picChg>
        <pc:picChg chg="add mod">
          <ac:chgData name="Jack Bond" userId="d0613b4d9d68792d" providerId="LiveId" clId="{292AD870-3EF4-4941-847D-EA3A6F1D2663}" dt="2025-07-15T02:45:23.221" v="114" actId="1076"/>
          <ac:picMkLst>
            <pc:docMk/>
            <pc:sldMk cId="1969434560" sldId="273"/>
            <ac:picMk id="1026" creationId="{129E1448-A4C2-4830-77C2-D5A99B4D459E}"/>
          </ac:picMkLst>
        </pc:picChg>
        <pc:picChg chg="add mod">
          <ac:chgData name="Jack Bond" userId="d0613b4d9d68792d" providerId="LiveId" clId="{292AD870-3EF4-4941-847D-EA3A6F1D2663}" dt="2025-07-15T02:49:18.808" v="164" actId="1076"/>
          <ac:picMkLst>
            <pc:docMk/>
            <pc:sldMk cId="1969434560" sldId="273"/>
            <ac:picMk id="1028" creationId="{983E1986-F652-B44D-D07F-8E463ABF3276}"/>
          </ac:picMkLst>
        </pc:picChg>
      </pc:sldChg>
    </pc:docChg>
  </pc:docChgLst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ge of a game&#10;&#10;AI-generated content may be incorrect.">
            <a:extLst>
              <a:ext uri="{FF2B5EF4-FFF2-40B4-BE49-F238E27FC236}">
                <a16:creationId xmlns:a16="http://schemas.microsoft.com/office/drawing/2014/main" id="{F36EB111-C606-4078-3B4B-864CC8F25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9" y="767479"/>
            <a:ext cx="6863219" cy="5250363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0DA55B62-3D38-ECF5-9286-F231F1A96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90" y="6017842"/>
            <a:ext cx="6863219" cy="387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BBB8FF5C-F60A-F0B7-5363-23C3CF7C4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715029"/>
            <a:ext cx="3810000" cy="7781925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6E91576D-A001-42CC-FAAE-9319EE21B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15029"/>
            <a:ext cx="3810000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0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CFC174B-8613-A65D-C655-ED10D4AF8762}"/>
              </a:ext>
            </a:extLst>
          </p:cNvPr>
          <p:cNvGrpSpPr/>
          <p:nvPr/>
        </p:nvGrpSpPr>
        <p:grpSpPr>
          <a:xfrm>
            <a:off x="820344" y="152334"/>
            <a:ext cx="6131711" cy="2889923"/>
            <a:chOff x="832987" y="209129"/>
            <a:chExt cx="6131711" cy="288992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29E1448-A4C2-4830-77C2-D5A99B4D45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988226" y="53890"/>
              <a:ext cx="2889921" cy="3200400"/>
            </a:xfrm>
            <a:prstGeom prst="rect">
              <a:avLst/>
            </a:prstGeom>
            <a:noFill/>
            <a:effectLst>
              <a:softEdge rad="127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36435681-58D3-3358-AF21-D8C04BDCC2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3919537" y="53891"/>
              <a:ext cx="2889922" cy="3200400"/>
            </a:xfrm>
            <a:prstGeom prst="rect">
              <a:avLst/>
            </a:prstGeom>
            <a:noFill/>
            <a:effectLst>
              <a:softEdge rad="127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8852788-3487-CD05-0CD1-1EEFA450DB3E}"/>
              </a:ext>
            </a:extLst>
          </p:cNvPr>
          <p:cNvGrpSpPr/>
          <p:nvPr/>
        </p:nvGrpSpPr>
        <p:grpSpPr>
          <a:xfrm>
            <a:off x="1765152" y="3472433"/>
            <a:ext cx="4242096" cy="1829138"/>
            <a:chOff x="1656648" y="3286903"/>
            <a:chExt cx="4242096" cy="1829138"/>
          </a:xfrm>
        </p:grpSpPr>
        <p:pic>
          <p:nvPicPr>
            <p:cNvPr id="1028" name="Picture 4" descr="Werewolf - Monsters - D&amp;D Beyond">
              <a:extLst>
                <a:ext uri="{FF2B5EF4-FFF2-40B4-BE49-F238E27FC236}">
                  <a16:creationId xmlns:a16="http://schemas.microsoft.com/office/drawing/2014/main" id="{983E1986-F652-B44D-D07F-8E463ABF32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000000">
              <a:off x="3825409" y="3042705"/>
              <a:ext cx="1828800" cy="2317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Werewolf - Monsters - D&amp;D Beyond">
              <a:extLst>
                <a:ext uri="{FF2B5EF4-FFF2-40B4-BE49-F238E27FC236}">
                  <a16:creationId xmlns:a16="http://schemas.microsoft.com/office/drawing/2014/main" id="{718F011A-43A6-2B64-977E-AA422A907B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400000" flipV="1">
              <a:off x="1901859" y="3041692"/>
              <a:ext cx="1828800" cy="2319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6943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1490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2025-07-15T02:49:20Z</dcterms:modified>
</cp:coreProperties>
</file>