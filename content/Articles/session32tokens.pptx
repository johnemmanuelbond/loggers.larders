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1FA31-1213-43BB-AD77-1B1DA41181AB}" v="42" dt="2025-07-02T20:14:53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9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BBC1FA31-1213-43BB-AD77-1B1DA41181AB}"/>
    <pc:docChg chg="undo custSel addSld delSld modSld">
      <pc:chgData name="Jack Bond" userId="d0613b4d9d68792d" providerId="LiveId" clId="{BBC1FA31-1213-43BB-AD77-1B1DA41181AB}" dt="2025-07-02T20:14:53.879" v="117" actId="1076"/>
      <pc:docMkLst>
        <pc:docMk/>
      </pc:docMkLst>
      <pc:sldChg chg="del">
        <pc:chgData name="Jack Bond" userId="d0613b4d9d68792d" providerId="LiveId" clId="{BBC1FA31-1213-43BB-AD77-1B1DA41181AB}" dt="2025-07-02T04:44:05.722" v="1" actId="47"/>
        <pc:sldMkLst>
          <pc:docMk/>
          <pc:sldMk cId="2139844792" sldId="261"/>
        </pc:sldMkLst>
      </pc:sldChg>
      <pc:sldChg chg="del">
        <pc:chgData name="Jack Bond" userId="d0613b4d9d68792d" providerId="LiveId" clId="{BBC1FA31-1213-43BB-AD77-1B1DA41181AB}" dt="2025-07-02T04:44:10.822" v="3" actId="47"/>
        <pc:sldMkLst>
          <pc:docMk/>
          <pc:sldMk cId="3999261004" sldId="263"/>
        </pc:sldMkLst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1757367688" sldId="264"/>
        </pc:sldMkLst>
      </pc:sldChg>
      <pc:sldChg chg="addSp delSp modSp add del mod">
        <pc:chgData name="Jack Bond" userId="d0613b4d9d68792d" providerId="LiveId" clId="{BBC1FA31-1213-43BB-AD77-1B1DA41181AB}" dt="2025-07-02T05:46:16.651" v="107" actId="47"/>
        <pc:sldMkLst>
          <pc:docMk/>
          <pc:sldMk cId="2677361860" sldId="264"/>
        </pc:sldMkLst>
        <pc:picChg chg="add del mod">
          <ac:chgData name="Jack Bond" userId="d0613b4d9d68792d" providerId="LiveId" clId="{BBC1FA31-1213-43BB-AD77-1B1DA41181AB}" dt="2025-07-02T05:45:52.534" v="102" actId="21"/>
          <ac:picMkLst>
            <pc:docMk/>
            <pc:sldMk cId="2677361860" sldId="264"/>
            <ac:picMk id="6" creationId="{844C8FA8-F82C-9757-ED87-389E70FB6048}"/>
          </ac:picMkLst>
        </pc:picChg>
      </pc:sldChg>
      <pc:sldChg chg="del">
        <pc:chgData name="Jack Bond" userId="d0613b4d9d68792d" providerId="LiveId" clId="{BBC1FA31-1213-43BB-AD77-1B1DA41181AB}" dt="2025-07-02T04:44:09.334" v="2" actId="47"/>
        <pc:sldMkLst>
          <pc:docMk/>
          <pc:sldMk cId="4220064756" sldId="265"/>
        </pc:sldMkLst>
      </pc:sldChg>
      <pc:sldChg chg="addSp delSp modSp new del mod">
        <pc:chgData name="Jack Bond" userId="d0613b4d9d68792d" providerId="LiveId" clId="{BBC1FA31-1213-43BB-AD77-1B1DA41181AB}" dt="2025-07-02T05:01:20.492" v="52" actId="47"/>
        <pc:sldMkLst>
          <pc:docMk/>
          <pc:sldMk cId="3637717075" sldId="266"/>
        </pc:sldMkLst>
        <pc:spChg chg="add del mod">
          <ac:chgData name="Jack Bond" userId="d0613b4d9d68792d" providerId="LiveId" clId="{BBC1FA31-1213-43BB-AD77-1B1DA41181AB}" dt="2025-07-02T04:45:13.320" v="6" actId="478"/>
          <ac:spMkLst>
            <pc:docMk/>
            <pc:sldMk cId="3637717075" sldId="266"/>
            <ac:spMk id="2" creationId="{ECA10A3F-7CEE-7991-2A22-9F529EF6E5B6}"/>
          </ac:spMkLst>
        </pc:spChg>
        <pc:picChg chg="add del mod modCrop">
          <ac:chgData name="Jack Bond" userId="d0613b4d9d68792d" providerId="LiveId" clId="{BBC1FA31-1213-43BB-AD77-1B1DA41181AB}" dt="2025-07-02T04:47:57.087" v="31" actId="478"/>
          <ac:picMkLst>
            <pc:docMk/>
            <pc:sldMk cId="3637717075" sldId="266"/>
            <ac:picMk id="4" creationId="{979DD596-6DD1-193C-0917-2F3C8161245D}"/>
          </ac:picMkLst>
        </pc:picChg>
        <pc:picChg chg="add del mod">
          <ac:chgData name="Jack Bond" userId="d0613b4d9d68792d" providerId="LiveId" clId="{BBC1FA31-1213-43BB-AD77-1B1DA41181AB}" dt="2025-07-02T04:47:57.087" v="31" actId="478"/>
          <ac:picMkLst>
            <pc:docMk/>
            <pc:sldMk cId="3637717075" sldId="266"/>
            <ac:picMk id="6" creationId="{1405EFA2-877B-E549-F416-EA21157FE8C8}"/>
          </ac:picMkLst>
        </pc:picChg>
        <pc:picChg chg="add del mod">
          <ac:chgData name="Jack Bond" userId="d0613b4d9d68792d" providerId="LiveId" clId="{BBC1FA31-1213-43BB-AD77-1B1DA41181AB}" dt="2025-07-02T04:49:24.892" v="42" actId="21"/>
          <ac:picMkLst>
            <pc:docMk/>
            <pc:sldMk cId="3637717075" sldId="266"/>
            <ac:picMk id="8" creationId="{1AF0870C-2E7C-B1ED-57CA-09B0317D1D07}"/>
          </ac:picMkLst>
        </pc:picChg>
        <pc:picChg chg="add mod modCrop">
          <ac:chgData name="Jack Bond" userId="d0613b4d9d68792d" providerId="LiveId" clId="{BBC1FA31-1213-43BB-AD77-1B1DA41181AB}" dt="2025-07-02T04:49:38.180" v="45" actId="732"/>
          <ac:picMkLst>
            <pc:docMk/>
            <pc:sldMk cId="3637717075" sldId="266"/>
            <ac:picMk id="10" creationId="{93BBD95D-86E0-8CF2-E3FC-29B468DF885C}"/>
          </ac:picMkLst>
        </pc:picChg>
      </pc:sldChg>
      <pc:sldChg chg="addSp modSp new del mod">
        <pc:chgData name="Jack Bond" userId="d0613b4d9d68792d" providerId="LiveId" clId="{BBC1FA31-1213-43BB-AD77-1B1DA41181AB}" dt="2025-07-02T05:01:20.492" v="52" actId="47"/>
        <pc:sldMkLst>
          <pc:docMk/>
          <pc:sldMk cId="3627547397" sldId="267"/>
        </pc:sldMkLst>
        <pc:picChg chg="add mod">
          <ac:chgData name="Jack Bond" userId="d0613b4d9d68792d" providerId="LiveId" clId="{BBC1FA31-1213-43BB-AD77-1B1DA41181AB}" dt="2025-07-02T04:49:54.985" v="50" actId="14100"/>
          <ac:picMkLst>
            <pc:docMk/>
            <pc:sldMk cId="3627547397" sldId="267"/>
            <ac:picMk id="8" creationId="{1AF0870C-2E7C-B1ED-57CA-09B0317D1D07}"/>
          </ac:picMkLst>
        </pc:picChg>
      </pc:sldChg>
      <pc:sldChg chg="addSp delSp modSp new mod">
        <pc:chgData name="Jack Bond" userId="d0613b4d9d68792d" providerId="LiveId" clId="{BBC1FA31-1213-43BB-AD77-1B1DA41181AB}" dt="2025-07-02T20:14:53.879" v="117" actId="1076"/>
        <pc:sldMkLst>
          <pc:docMk/>
          <pc:sldMk cId="53687160" sldId="268"/>
        </pc:sldMkLst>
        <pc:picChg chg="add mod">
          <ac:chgData name="Jack Bond" userId="d0613b4d9d68792d" providerId="LiveId" clId="{BBC1FA31-1213-43BB-AD77-1B1DA41181AB}" dt="2025-07-02T20:14:53.879" v="117" actId="1076"/>
          <ac:picMkLst>
            <pc:docMk/>
            <pc:sldMk cId="53687160" sldId="268"/>
            <ac:picMk id="2" creationId="{1920069B-507D-6DF0-4B57-7C4FE32801C5}"/>
          </ac:picMkLst>
        </pc:picChg>
        <pc:picChg chg="add del mod">
          <ac:chgData name="Jack Bond" userId="d0613b4d9d68792d" providerId="LiveId" clId="{BBC1FA31-1213-43BB-AD77-1B1DA41181AB}" dt="2025-07-02T05:45:04.501" v="87" actId="478"/>
          <ac:picMkLst>
            <pc:docMk/>
            <pc:sldMk cId="53687160" sldId="268"/>
            <ac:picMk id="3" creationId="{8F0880FA-72D6-0022-6043-CCB922E2FCCE}"/>
          </ac:picMkLst>
        </pc:picChg>
        <pc:picChg chg="add del mod">
          <ac:chgData name="Jack Bond" userId="d0613b4d9d68792d" providerId="LiveId" clId="{BBC1FA31-1213-43BB-AD77-1B1DA41181AB}" dt="2025-07-02T05:14:44.182" v="70" actId="478"/>
          <ac:picMkLst>
            <pc:docMk/>
            <pc:sldMk cId="53687160" sldId="268"/>
            <ac:picMk id="4" creationId="{BA132F97-BE8C-2C4F-DE4F-E1536C8C254C}"/>
          </ac:picMkLst>
        </pc:picChg>
        <pc:picChg chg="add del mod">
          <ac:chgData name="Jack Bond" userId="d0613b4d9d68792d" providerId="LiveId" clId="{BBC1FA31-1213-43BB-AD77-1B1DA41181AB}" dt="2025-07-02T05:45:42.800" v="99" actId="21"/>
          <ac:picMkLst>
            <pc:docMk/>
            <pc:sldMk cId="53687160" sldId="268"/>
            <ac:picMk id="6" creationId="{844C8FA8-F82C-9757-ED87-389E70FB6048}"/>
          </ac:picMkLst>
        </pc:picChg>
        <pc:picChg chg="add mod">
          <ac:chgData name="Jack Bond" userId="d0613b4d9d68792d" providerId="LiveId" clId="{BBC1FA31-1213-43BB-AD77-1B1DA41181AB}" dt="2025-07-02T05:46:09.881" v="105" actId="1076"/>
          <ac:picMkLst>
            <pc:docMk/>
            <pc:sldMk cId="53687160" sldId="268"/>
            <ac:picMk id="8" creationId="{0E8C36BC-9111-D600-2062-C7DE73444219}"/>
          </ac:picMkLst>
        </pc:picChg>
        <pc:picChg chg="add mod">
          <ac:chgData name="Jack Bond" userId="d0613b4d9d68792d" providerId="LiveId" clId="{BBC1FA31-1213-43BB-AD77-1B1DA41181AB}" dt="2025-07-02T05:45:30.294" v="97" actId="1076"/>
          <ac:picMkLst>
            <pc:docMk/>
            <pc:sldMk cId="53687160" sldId="268"/>
            <ac:picMk id="10" creationId="{0CA269BF-70D9-07AE-D853-063CDDDB3A54}"/>
          </ac:picMkLst>
        </pc:picChg>
        <pc:picChg chg="add mod">
          <ac:chgData name="Jack Bond" userId="d0613b4d9d68792d" providerId="LiveId" clId="{BBC1FA31-1213-43BB-AD77-1B1DA41181AB}" dt="2025-07-02T05:45:54.200" v="103"/>
          <ac:picMkLst>
            <pc:docMk/>
            <pc:sldMk cId="53687160" sldId="268"/>
            <ac:picMk id="11" creationId="{844C8FA8-F82C-9757-ED87-389E70FB6048}"/>
          </ac:picMkLst>
        </pc:picChg>
        <pc:picChg chg="add mod">
          <ac:chgData name="Jack Bond" userId="d0613b4d9d68792d" providerId="LiveId" clId="{BBC1FA31-1213-43BB-AD77-1B1DA41181AB}" dt="2025-07-02T20:14:53.879" v="117" actId="1076"/>
          <ac:picMkLst>
            <pc:docMk/>
            <pc:sldMk cId="53687160" sldId="268"/>
            <ac:picMk id="1026" creationId="{25FD37D9-24C2-BAB5-4C76-4F7166A42D58}"/>
          </ac:picMkLst>
        </pc:picChg>
        <pc:picChg chg="add del mod">
          <ac:chgData name="Jack Bond" userId="d0613b4d9d68792d" providerId="LiveId" clId="{BBC1FA31-1213-43BB-AD77-1B1DA41181AB}" dt="2025-07-02T05:44:59.682" v="79" actId="478"/>
          <ac:picMkLst>
            <pc:docMk/>
            <pc:sldMk cId="53687160" sldId="268"/>
            <ac:picMk id="1028" creationId="{8813C4AB-83C1-4D02-41B2-C8E4A429CE9D}"/>
          </ac:picMkLst>
        </pc:picChg>
      </pc:sldChg>
    </pc:docChg>
  </pc:docChgLst>
  <pc:docChgLst>
    <pc:chgData name="Jack Bond" userId="d0613b4d9d68792d" providerId="LiveId" clId="{B75D0D6A-262E-434A-A916-76758AD9AEC2}"/>
    <pc:docChg chg="undo custSel addSld delSld modSld sldOrd">
      <pc:chgData name="Jack Bond" userId="d0613b4d9d68792d" providerId="LiveId" clId="{B75D0D6A-262E-434A-A916-76758AD9AEC2}" dt="2025-05-21T20:26:34.502" v="644" actId="478"/>
      <pc:docMkLst>
        <pc:docMk/>
      </pc:docMkLst>
      <pc:sldChg chg="addSp delSp modSp mod">
        <pc:chgData name="Jack Bond" userId="d0613b4d9d68792d" providerId="LiveId" clId="{B75D0D6A-262E-434A-A916-76758AD9AEC2}" dt="2025-05-21T02:58:40.367" v="410" actId="478"/>
        <pc:sldMkLst>
          <pc:docMk/>
          <pc:sldMk cId="2139844792" sldId="261"/>
        </pc:sldMkLst>
      </pc:sldChg>
      <pc:sldChg chg="add del">
        <pc:chgData name="Jack Bond" userId="d0613b4d9d68792d" providerId="LiveId" clId="{B75D0D6A-262E-434A-A916-76758AD9AEC2}" dt="2025-05-20T04:00:15.367" v="61" actId="47"/>
        <pc:sldMkLst>
          <pc:docMk/>
          <pc:sldMk cId="100459200" sldId="262"/>
        </pc:sldMkLst>
      </pc:sldChg>
      <pc:sldChg chg="addSp modSp new del">
        <pc:chgData name="Jack Bond" userId="d0613b4d9d68792d" providerId="LiveId" clId="{B75D0D6A-262E-434A-A916-76758AD9AEC2}" dt="2025-05-20T04:03:06.157" v="83" actId="680"/>
        <pc:sldMkLst>
          <pc:docMk/>
          <pc:sldMk cId="2178576567" sldId="262"/>
        </pc:sldMkLst>
      </pc:sldChg>
      <pc:sldChg chg="addSp delSp modSp add del mod">
        <pc:chgData name="Jack Bond" userId="d0613b4d9d68792d" providerId="LiveId" clId="{B75D0D6A-262E-434A-A916-76758AD9AEC2}" dt="2025-05-21T05:11:01.816" v="585" actId="478"/>
        <pc:sldMkLst>
          <pc:docMk/>
          <pc:sldMk cId="3999261004" sldId="263"/>
        </pc:sldMkLst>
      </pc:sldChg>
      <pc:sldChg chg="addSp delSp modSp new mod">
        <pc:chgData name="Jack Bond" userId="d0613b4d9d68792d" providerId="LiveId" clId="{B75D0D6A-262E-434A-A916-76758AD9AEC2}" dt="2025-05-21T02:59:10.367" v="421" actId="478"/>
        <pc:sldMkLst>
          <pc:docMk/>
          <pc:sldMk cId="1757367688" sldId="264"/>
        </pc:sldMkLst>
      </pc:sldChg>
      <pc:sldChg chg="add del">
        <pc:chgData name="Jack Bond" userId="d0613b4d9d68792d" providerId="LiveId" clId="{B75D0D6A-262E-434A-A916-76758AD9AEC2}" dt="2025-05-20T04:03:09.488" v="86" actId="47"/>
        <pc:sldMkLst>
          <pc:docMk/>
          <pc:sldMk cId="2677361860" sldId="264"/>
        </pc:sldMkLst>
      </pc:sldChg>
      <pc:sldChg chg="addSp delSp modSp new del mod">
        <pc:chgData name="Jack Bond" userId="d0613b4d9d68792d" providerId="LiveId" clId="{B75D0D6A-262E-434A-A916-76758AD9AEC2}" dt="2025-05-20T03:56:09.106" v="37" actId="47"/>
        <pc:sldMkLst>
          <pc:docMk/>
          <pc:sldMk cId="2927250577" sldId="265"/>
        </pc:sldMkLst>
      </pc:sldChg>
      <pc:sldChg chg="addSp delSp modSp new mod ord">
        <pc:chgData name="Jack Bond" userId="d0613b4d9d68792d" providerId="LiveId" clId="{B75D0D6A-262E-434A-A916-76758AD9AEC2}" dt="2025-05-21T20:26:34.502" v="644" actId="478"/>
        <pc:sldMkLst>
          <pc:docMk/>
          <pc:sldMk cId="4220064756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riting Hand Outline Wax Seal Stamp | Backtozero B20">
            <a:extLst>
              <a:ext uri="{FF2B5EF4-FFF2-40B4-BE49-F238E27FC236}">
                <a16:creationId xmlns:a16="http://schemas.microsoft.com/office/drawing/2014/main" id="{25FD37D9-24C2-BAB5-4C76-4F7166A42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6" r="14092"/>
          <a:stretch>
            <a:fillRect/>
          </a:stretch>
        </p:blipFill>
        <p:spPr bwMode="auto">
          <a:xfrm>
            <a:off x="1092797" y="393284"/>
            <a:ext cx="2014415" cy="197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ard with a red ball and text&#10;&#10;AI-generated content may be incorrect.">
            <a:extLst>
              <a:ext uri="{FF2B5EF4-FFF2-40B4-BE49-F238E27FC236}">
                <a16:creationId xmlns:a16="http://schemas.microsoft.com/office/drawing/2014/main" id="{0E8C36BC-9111-D600-2062-C7DE73444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pic>
        <p:nvPicPr>
          <p:cNvPr id="10" name="Picture 9" descr="A close-up of a card&#10;&#10;AI-generated content may be incorrect.">
            <a:extLst>
              <a:ext uri="{FF2B5EF4-FFF2-40B4-BE49-F238E27FC236}">
                <a16:creationId xmlns:a16="http://schemas.microsoft.com/office/drawing/2014/main" id="{0CA269BF-70D9-07AE-D853-063CDDDB3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11" name="Picture 10" descr="A screenshot of a card&#10;&#10;AI-generated content may be incorrect.">
            <a:extLst>
              <a:ext uri="{FF2B5EF4-FFF2-40B4-BE49-F238E27FC236}">
                <a16:creationId xmlns:a16="http://schemas.microsoft.com/office/drawing/2014/main" id="{844C8FA8-F82C-9757-ED87-389E70FB60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99" y="5029200"/>
            <a:ext cx="3592286" cy="5029200"/>
          </a:xfrm>
          <a:prstGeom prst="rect">
            <a:avLst/>
          </a:prstGeom>
        </p:spPr>
      </p:pic>
      <p:pic>
        <p:nvPicPr>
          <p:cNvPr id="2" name="Picture 2" descr="Wax Seal Eagle by sendorian on DeviantArt">
            <a:extLst>
              <a:ext uri="{FF2B5EF4-FFF2-40B4-BE49-F238E27FC236}">
                <a16:creationId xmlns:a16="http://schemas.microsoft.com/office/drawing/2014/main" id="{1920069B-507D-6DF0-4B57-7C4FE328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97" y="2372209"/>
            <a:ext cx="2014415" cy="2244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8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1481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2025-07-02T20:15:02Z</dcterms:modified>
</cp:coreProperties>
</file>