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99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.com: National Tree Company Pre Lit Animated Scary Green Witch, Green,  Sound Activated, LED Lights, Battery Operated, Halloween Collection, 59  Inches : Patio, Lawn &amp; Garden">
            <a:extLst>
              <a:ext uri="{FF2B5EF4-FFF2-40B4-BE49-F238E27FC236}">
                <a16:creationId xmlns:a16="http://schemas.microsoft.com/office/drawing/2014/main" id="{8F12DCAF-5023-B305-364B-DD95339E66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9" r="20524" b="5079"/>
          <a:stretch/>
        </p:blipFill>
        <p:spPr bwMode="auto">
          <a:xfrm>
            <a:off x="0" y="2552702"/>
            <a:ext cx="987552" cy="255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mazon.com: National Tree Company Pre Lit Animated Scary Green Witch, Green,  Sound Activated, LED Lights, Battery Operated, Halloween Collection, 59  Inches : Patio, Lawn &amp; Garden">
            <a:extLst>
              <a:ext uri="{FF2B5EF4-FFF2-40B4-BE49-F238E27FC236}">
                <a16:creationId xmlns:a16="http://schemas.microsoft.com/office/drawing/2014/main" id="{1024DFD2-227A-2DE3-FB59-2B4F6EA532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9" r="20524" b="5079"/>
          <a:stretch/>
        </p:blipFill>
        <p:spPr bwMode="auto">
          <a:xfrm flipV="1">
            <a:off x="0" y="0"/>
            <a:ext cx="987552" cy="255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tree with green leaves&#10;&#10;Description automatically generated">
            <a:extLst>
              <a:ext uri="{FF2B5EF4-FFF2-40B4-BE49-F238E27FC236}">
                <a16:creationId xmlns:a16="http://schemas.microsoft.com/office/drawing/2014/main" id="{AD033269-EA9E-F2A9-0D79-CCF84C8A6A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6" b="5466"/>
          <a:stretch/>
        </p:blipFill>
        <p:spPr>
          <a:xfrm>
            <a:off x="1301750" y="227075"/>
            <a:ext cx="6724650" cy="4802125"/>
          </a:xfrm>
          <a:prstGeom prst="rect">
            <a:avLst/>
          </a:prstGeom>
        </p:spPr>
      </p:pic>
      <p:pic>
        <p:nvPicPr>
          <p:cNvPr id="5" name="Picture 4" descr="A tree with green leaves&#10;&#10;Description automatically generated">
            <a:extLst>
              <a:ext uri="{FF2B5EF4-FFF2-40B4-BE49-F238E27FC236}">
                <a16:creationId xmlns:a16="http://schemas.microsoft.com/office/drawing/2014/main" id="{B4A45DEB-5BA1-A3BB-E801-07331708B7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3" b="4964"/>
          <a:stretch/>
        </p:blipFill>
        <p:spPr>
          <a:xfrm rot="10800000" flipH="1">
            <a:off x="1301750" y="5003800"/>
            <a:ext cx="6724650" cy="49022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E3A62EF-4AE4-6848-7738-46857529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661448">
            <a:off x="2731783" y="6147041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716422A-3A51-3580-70D0-FAC7CC142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60699" flipH="1">
            <a:off x="2896815" y="6184380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948DB9AF-AC6F-E926-B585-B09444C0F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70943">
            <a:off x="6051307" y="5748372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D6AC3613-D344-B695-888F-1D752816C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60699" flipH="1">
            <a:off x="6382276" y="5776340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6E4E7893-EE5B-FF85-E9BF-64AC661B8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882057">
            <a:off x="4955560" y="6632568"/>
            <a:ext cx="242217" cy="24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C95DFE69-59F9-940A-DCE0-D17FB2B8B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681308" flipH="1">
            <a:off x="5092406" y="6661751"/>
            <a:ext cx="227958" cy="24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DD744BAA-C51B-8F22-3425-DCB31884A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661448">
            <a:off x="6100948" y="7517769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4806FD69-18B9-37FC-EDD3-ACBAF22C5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60699" flipH="1">
            <a:off x="6265980" y="7555108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923A3DF7-04D7-8541-D399-CFD4A2865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661448">
            <a:off x="3606968" y="7879264"/>
            <a:ext cx="241725" cy="24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>
            <a:extLst>
              <a:ext uri="{FF2B5EF4-FFF2-40B4-BE49-F238E27FC236}">
                <a16:creationId xmlns:a16="http://schemas.microsoft.com/office/drawing/2014/main" id="{A7347B86-4396-54D7-038D-A25CF13A7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60699" flipH="1">
            <a:off x="3743182" y="7910016"/>
            <a:ext cx="227497" cy="24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E62E3B97-2AAF-A4E3-2C00-9151C7F2F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105" y="2266143"/>
            <a:ext cx="286560" cy="28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>
            <a:extLst>
              <a:ext uri="{FF2B5EF4-FFF2-40B4-BE49-F238E27FC236}">
                <a16:creationId xmlns:a16="http://schemas.microsoft.com/office/drawing/2014/main" id="{D31B7157-1B72-C903-3E7A-A69E47A84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12749" flipH="1">
            <a:off x="2923185" y="3447138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845BA631-1517-ABED-EE18-F2116913A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08064">
            <a:off x="5534377" y="4029236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84CBFA94-49CF-43EA-E562-99B9D90B0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7315" flipH="1">
            <a:off x="5699409" y="4066575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2C572254-2A72-707A-E7AB-F1EBCA30F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72176">
            <a:off x="5494812" y="1962681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>
            <a:extLst>
              <a:ext uri="{FF2B5EF4-FFF2-40B4-BE49-F238E27FC236}">
                <a16:creationId xmlns:a16="http://schemas.microsoft.com/office/drawing/2014/main" id="{C7495820-3DE4-DF79-422D-64FB536B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89614" flipH="1">
            <a:off x="5297835" y="1937495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>
            <a:extLst>
              <a:ext uri="{FF2B5EF4-FFF2-40B4-BE49-F238E27FC236}">
                <a16:creationId xmlns:a16="http://schemas.microsoft.com/office/drawing/2014/main" id="{5CD8C0FC-66E8-6FAF-310D-D35277516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45466">
            <a:off x="4463196" y="1658207"/>
            <a:ext cx="203522" cy="20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>
            <a:extLst>
              <a:ext uri="{FF2B5EF4-FFF2-40B4-BE49-F238E27FC236}">
                <a16:creationId xmlns:a16="http://schemas.microsoft.com/office/drawing/2014/main" id="{84FFB8C4-420E-9402-39AD-12FD3FAC8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44717" flipH="1">
            <a:off x="4402610" y="1666644"/>
            <a:ext cx="191542" cy="20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>
            <a:extLst>
              <a:ext uri="{FF2B5EF4-FFF2-40B4-BE49-F238E27FC236}">
                <a16:creationId xmlns:a16="http://schemas.microsoft.com/office/drawing/2014/main" id="{08E96925-9F0C-E033-F8D3-C28C303C1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12749" flipH="1">
            <a:off x="3494977" y="1862019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>
            <a:extLst>
              <a:ext uri="{FF2B5EF4-FFF2-40B4-BE49-F238E27FC236}">
                <a16:creationId xmlns:a16="http://schemas.microsoft.com/office/drawing/2014/main" id="{C64B3F0D-94E9-49D8-FF6A-2B52D8C82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12749" flipH="1">
            <a:off x="4749859" y="2748639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>
            <a:extLst>
              <a:ext uri="{FF2B5EF4-FFF2-40B4-BE49-F238E27FC236}">
                <a16:creationId xmlns:a16="http://schemas.microsoft.com/office/drawing/2014/main" id="{BA3209B0-4D02-9D87-882B-056F670BB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12749" flipH="1">
            <a:off x="4090071" y="3519840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>
            <a:extLst>
              <a:ext uri="{FF2B5EF4-FFF2-40B4-BE49-F238E27FC236}">
                <a16:creationId xmlns:a16="http://schemas.microsoft.com/office/drawing/2014/main" id="{B5D39812-4492-BCE0-10AD-E72B5A9D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12749" flipH="1">
            <a:off x="3862622" y="2626340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>
            <a:extLst>
              <a:ext uri="{FF2B5EF4-FFF2-40B4-BE49-F238E27FC236}">
                <a16:creationId xmlns:a16="http://schemas.microsoft.com/office/drawing/2014/main" id="{43966859-2D48-3D96-9F4B-B8B539E35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0470" flipH="1">
            <a:off x="3833198" y="6178032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>
            <a:extLst>
              <a:ext uri="{FF2B5EF4-FFF2-40B4-BE49-F238E27FC236}">
                <a16:creationId xmlns:a16="http://schemas.microsoft.com/office/drawing/2014/main" id="{D257A35F-D70B-8033-6B3D-D2762284A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0470" flipH="1">
            <a:off x="3315717" y="7115715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9A933C1C-9AF7-45CC-13BC-30958F117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0470" flipH="1">
            <a:off x="2182777" y="6846961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>
            <a:extLst>
              <a:ext uri="{FF2B5EF4-FFF2-40B4-BE49-F238E27FC236}">
                <a16:creationId xmlns:a16="http://schemas.microsoft.com/office/drawing/2014/main" id="{2963327F-A951-4FF6-9CC3-7197E866A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0470" flipH="1">
            <a:off x="7109798" y="6446785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04A2B168-9BA5-464D-5BE2-4EA4B1B56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0470" flipH="1">
            <a:off x="7238095" y="7979059"/>
            <a:ext cx="213592" cy="2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A white and brown dog&#10;&#10;Description automatically generated">
            <a:extLst>
              <a:ext uri="{FF2B5EF4-FFF2-40B4-BE49-F238E27FC236}">
                <a16:creationId xmlns:a16="http://schemas.microsoft.com/office/drawing/2014/main" id="{2961DE7D-AB54-5326-4AE1-8D35CEFD1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0960">
            <a:off x="140263" y="6744307"/>
            <a:ext cx="559661" cy="989343"/>
          </a:xfrm>
          <a:prstGeom prst="rect">
            <a:avLst/>
          </a:prstGeom>
        </p:spPr>
      </p:pic>
      <p:pic>
        <p:nvPicPr>
          <p:cNvPr id="57" name="Picture 56" descr="A white and brown dog&#10;&#10;Description automatically generated">
            <a:extLst>
              <a:ext uri="{FF2B5EF4-FFF2-40B4-BE49-F238E27FC236}">
                <a16:creationId xmlns:a16="http://schemas.microsoft.com/office/drawing/2014/main" id="{A1B59096-041F-16AB-0007-B58F99107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15436" flipV="1">
            <a:off x="115358" y="5932428"/>
            <a:ext cx="559661" cy="989343"/>
          </a:xfrm>
          <a:prstGeom prst="rect">
            <a:avLst/>
          </a:prstGeom>
        </p:spPr>
      </p:pic>
      <p:pic>
        <p:nvPicPr>
          <p:cNvPr id="58" name="Picture 4">
            <a:extLst>
              <a:ext uri="{FF2B5EF4-FFF2-40B4-BE49-F238E27FC236}">
                <a16:creationId xmlns:a16="http://schemas.microsoft.com/office/drawing/2014/main" id="{10AB7672-06D2-C779-B38B-D6DF1432F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7315" flipH="1">
            <a:off x="6854625" y="1983009"/>
            <a:ext cx="340687" cy="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>
            <a:extLst>
              <a:ext uri="{FF2B5EF4-FFF2-40B4-BE49-F238E27FC236}">
                <a16:creationId xmlns:a16="http://schemas.microsoft.com/office/drawing/2014/main" id="{9E253745-A1EE-3437-C0FC-B463BF88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08064">
            <a:off x="6907299" y="3381117"/>
            <a:ext cx="361995" cy="36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76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6</cp:revision>
  <cp:lastPrinted>2023-10-03T17:56:29Z</cp:lastPrinted>
  <dcterms:created xsi:type="dcterms:W3CDTF">2023-08-15T22:34:31Z</dcterms:created>
  <dcterms:modified xsi:type="dcterms:W3CDTF">2023-10-31T05:27:49Z</dcterms:modified>
</cp:coreProperties>
</file>