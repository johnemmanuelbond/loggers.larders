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0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retch: Three black slimy head-like blobs stuck together with slime, each with a set of stout webbed feet. The top blob has a gaping, gummy maw and smacking lips, a heavy brow, bright yellow eyes, and one sputtering nose-slit.">
            <a:extLst>
              <a:ext uri="{FF2B5EF4-FFF2-40B4-BE49-F238E27FC236}">
                <a16:creationId xmlns:a16="http://schemas.microsoft.com/office/drawing/2014/main" id="{FCF7AA6F-D39A-F7F7-835F-CD64FAB08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58" t="-1595" r="-7088" b="4115"/>
          <a:stretch/>
        </p:blipFill>
        <p:spPr bwMode="auto">
          <a:xfrm>
            <a:off x="3617552" y="2482183"/>
            <a:ext cx="2611164" cy="22860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Dretch: Three black slimy head-like blobs stuck together with slime, each with a set of stout webbed feet. The top blob has a gaping, gummy maw and smacking lips, a heavy brow, bright yellow eyes, and one sputtering nose-slit.">
            <a:extLst>
              <a:ext uri="{FF2B5EF4-FFF2-40B4-BE49-F238E27FC236}">
                <a16:creationId xmlns:a16="http://schemas.microsoft.com/office/drawing/2014/main" id="{184374E6-B23D-6CF5-86D5-7CC2C682F6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58" t="-1595" r="-7088" b="4115"/>
          <a:stretch/>
        </p:blipFill>
        <p:spPr bwMode="auto">
          <a:xfrm rot="10800000" flipH="1">
            <a:off x="3617552" y="280512"/>
            <a:ext cx="2611164" cy="22860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retch: Three head-like blobs stuck together with slime, each with a set of stout webbed feet. Each &quot;head&quot; is jet black, but the slime is a sickly green. The top head has a gaping, gummy maw and smacking lips, a heavy brow, bright yellow eyes, and one sputtering nose-slit.">
            <a:extLst>
              <a:ext uri="{FF2B5EF4-FFF2-40B4-BE49-F238E27FC236}">
                <a16:creationId xmlns:a16="http://schemas.microsoft.com/office/drawing/2014/main" id="{E750E32C-2DF5-8B4B-3FD8-DBAA2C44D1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0" t="44792" r="50289" b="3906"/>
          <a:stretch/>
        </p:blipFill>
        <p:spPr bwMode="auto">
          <a:xfrm>
            <a:off x="1445821" y="8621617"/>
            <a:ext cx="1069430" cy="109728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Dretch: Three head-like blobs stuck together with slime, each with a set of stout webbed feet. Each &quot;head&quot; is jet black, but the slime is a sickly green. The top head has a gaping, gummy maw and smacking lips, a heavy brow, bright yellow eyes, and one sputtering nose-slit.">
            <a:extLst>
              <a:ext uri="{FF2B5EF4-FFF2-40B4-BE49-F238E27FC236}">
                <a16:creationId xmlns:a16="http://schemas.microsoft.com/office/drawing/2014/main" id="{16877756-0076-5785-BBCF-E24955D2B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0" t="44792" r="50289" b="3906"/>
          <a:stretch/>
        </p:blipFill>
        <p:spPr bwMode="auto">
          <a:xfrm>
            <a:off x="1445821" y="7627683"/>
            <a:ext cx="1069430" cy="109728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Dretch: Three head-like blobs stuck together with slime, each with a set of stout webbed feet. Each &quot;head&quot; is jet black, but the slime is a sickly green. The top head has a gaping, gummy maw and smacking lips, a heavy brow, bright yellow eyes, and one sputtering nose-slit.">
            <a:extLst>
              <a:ext uri="{FF2B5EF4-FFF2-40B4-BE49-F238E27FC236}">
                <a16:creationId xmlns:a16="http://schemas.microsoft.com/office/drawing/2014/main" id="{FC8D18CA-43B6-F2C5-A455-FA747F86DE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0" t="44792" r="50289" b="3906"/>
          <a:stretch/>
        </p:blipFill>
        <p:spPr bwMode="auto">
          <a:xfrm>
            <a:off x="1445821" y="6544638"/>
            <a:ext cx="1069430" cy="109728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lose-up of a card&#10;&#10;Description automatically generated">
            <a:extLst>
              <a:ext uri="{FF2B5EF4-FFF2-40B4-BE49-F238E27FC236}">
                <a16:creationId xmlns:a16="http://schemas.microsoft.com/office/drawing/2014/main" id="{653B094C-4F8A-207E-0620-05FF2D4EB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991" y="4689697"/>
            <a:ext cx="3592285" cy="50292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A6782E2-08EB-4932-DC4F-ECED400C9F28}"/>
              </a:ext>
            </a:extLst>
          </p:cNvPr>
          <p:cNvGrpSpPr/>
          <p:nvPr/>
        </p:nvGrpSpPr>
        <p:grpSpPr>
          <a:xfrm>
            <a:off x="120853" y="2766791"/>
            <a:ext cx="3825773" cy="3746501"/>
            <a:chOff x="-495300" y="4572000"/>
            <a:chExt cx="5148581" cy="5041900"/>
          </a:xfrm>
        </p:grpSpPr>
        <p:pic>
          <p:nvPicPr>
            <p:cNvPr id="12" name="Picture 11" descr="A tree with red vines&#10;&#10;Description automatically generated">
              <a:extLst>
                <a:ext uri="{FF2B5EF4-FFF2-40B4-BE49-F238E27FC236}">
                  <a16:creationId xmlns:a16="http://schemas.microsoft.com/office/drawing/2014/main" id="{53190A29-FD83-B084-C8C7-14EAE64B0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3031" t="-92590" r="-44657" b="32868"/>
            <a:stretch/>
          </p:blipFill>
          <p:spPr>
            <a:xfrm rot="10800000" flipH="1">
              <a:off x="-495300" y="5232400"/>
              <a:ext cx="5148581" cy="438150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1" name="Picture 10" descr="A tree with red vines&#10;&#10;Description automatically generated">
              <a:extLst>
                <a:ext uri="{FF2B5EF4-FFF2-40B4-BE49-F238E27FC236}">
                  <a16:creationId xmlns:a16="http://schemas.microsoft.com/office/drawing/2014/main" id="{89CCB1A2-50C3-99AD-B52B-19B0A765CD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3031" t="-83797" r="-44657"/>
            <a:stretch/>
          </p:blipFill>
          <p:spPr>
            <a:xfrm>
              <a:off x="-495300" y="4572000"/>
              <a:ext cx="5148581" cy="504190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CAB1FF4-E2C5-F69C-7C90-C71DC6BA37B6}"/>
              </a:ext>
            </a:extLst>
          </p:cNvPr>
          <p:cNvGrpSpPr/>
          <p:nvPr/>
        </p:nvGrpSpPr>
        <p:grpSpPr>
          <a:xfrm flipV="1">
            <a:off x="120855" y="80232"/>
            <a:ext cx="3825773" cy="3746501"/>
            <a:chOff x="-495300" y="4572000"/>
            <a:chExt cx="5148581" cy="5041900"/>
          </a:xfrm>
        </p:grpSpPr>
        <p:pic>
          <p:nvPicPr>
            <p:cNvPr id="7" name="Picture 6" descr="A tree with red vines&#10;&#10;Description automatically generated">
              <a:extLst>
                <a:ext uri="{FF2B5EF4-FFF2-40B4-BE49-F238E27FC236}">
                  <a16:creationId xmlns:a16="http://schemas.microsoft.com/office/drawing/2014/main" id="{0E1D062C-7333-BEFF-C7D5-18981B2600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3031" t="-92590" r="-44657" b="32868"/>
            <a:stretch/>
          </p:blipFill>
          <p:spPr>
            <a:xfrm rot="10800000" flipH="1">
              <a:off x="-495300" y="5232400"/>
              <a:ext cx="5148581" cy="438150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8" name="Picture 7" descr="A tree with red vines&#10;&#10;Description automatically generated">
              <a:extLst>
                <a:ext uri="{FF2B5EF4-FFF2-40B4-BE49-F238E27FC236}">
                  <a16:creationId xmlns:a16="http://schemas.microsoft.com/office/drawing/2014/main" id="{2C52700E-A3B7-7D94-687E-A946F8330D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3031" t="-83797" r="-44657"/>
            <a:stretch/>
          </p:blipFill>
          <p:spPr>
            <a:xfrm>
              <a:off x="-495300" y="4572000"/>
              <a:ext cx="5148581" cy="504190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  <p:extLst>
      <p:ext uri="{BB962C8B-B14F-4D97-AF65-F5344CB8AC3E}">
        <p14:creationId xmlns:p14="http://schemas.microsoft.com/office/powerpoint/2010/main" val="3351766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John Bond</cp:lastModifiedBy>
  <cp:revision>2</cp:revision>
  <dcterms:created xsi:type="dcterms:W3CDTF">2023-08-15T22:34:31Z</dcterms:created>
  <dcterms:modified xsi:type="dcterms:W3CDTF">2023-08-16T14:16:54Z</dcterms:modified>
</cp:coreProperties>
</file>