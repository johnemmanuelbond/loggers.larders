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2" r:id="rId3"/>
    <p:sldId id="264" r:id="rId4"/>
    <p:sldId id="258" r:id="rId5"/>
    <p:sldId id="259" r:id="rId6"/>
    <p:sldId id="260" r:id="rId7"/>
    <p:sldId id="261" r:id="rId8"/>
    <p:sldId id="263" r:id="rId9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22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microsoft.com/office/2007/relationships/hdphoto" Target="../media/hdphoto4.wdp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microsoft.com/office/2007/relationships/hdphoto" Target="../media/hdphoto7.wdp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0.wdp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7" Type="http://schemas.microsoft.com/office/2007/relationships/hdphoto" Target="../media/hdphoto13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microsoft.com/office/2007/relationships/hdphoto" Target="../media/hdphoto12.wdp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7" Type="http://schemas.microsoft.com/office/2007/relationships/hdphoto" Target="../media/hdphoto16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microsoft.com/office/2007/relationships/hdphoto" Target="../media/hdphoto15.wdp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red and green design&#10;&#10;Description automatically generated with medium confidence">
            <a:extLst>
              <a:ext uri="{FF2B5EF4-FFF2-40B4-BE49-F238E27FC236}">
                <a16:creationId xmlns:a16="http://schemas.microsoft.com/office/drawing/2014/main" id="{888EC463-F4F1-5A24-D983-63B9B07FF3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38" r="23941"/>
          <a:stretch/>
        </p:blipFill>
        <p:spPr>
          <a:xfrm>
            <a:off x="1342571" y="0"/>
            <a:ext cx="5087257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66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game&#10;&#10;Description automatically generated">
            <a:extLst>
              <a:ext uri="{FF2B5EF4-FFF2-40B4-BE49-F238E27FC236}">
                <a16:creationId xmlns:a16="http://schemas.microsoft.com/office/drawing/2014/main" id="{0F55D7F6-E9C4-9AC2-D084-5B236EE8D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3" y="5029200"/>
            <a:ext cx="3592286" cy="5029200"/>
          </a:xfrm>
          <a:prstGeom prst="rect">
            <a:avLst/>
          </a:prstGeom>
        </p:spPr>
      </p:pic>
      <p:pic>
        <p:nvPicPr>
          <p:cNvPr id="6" name="Picture 5" descr="A screenshot of a video game&#10;&#10;Description automatically generated">
            <a:extLst>
              <a:ext uri="{FF2B5EF4-FFF2-40B4-BE49-F238E27FC236}">
                <a16:creationId xmlns:a16="http://schemas.microsoft.com/office/drawing/2014/main" id="{18FBBF29-2ECD-CEBA-1FD9-26B71C1DD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031" y="5029200"/>
            <a:ext cx="3592286" cy="50292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32EDFD7-9DB3-7926-6644-6FAF012C9336}"/>
              </a:ext>
            </a:extLst>
          </p:cNvPr>
          <p:cNvGrpSpPr/>
          <p:nvPr/>
        </p:nvGrpSpPr>
        <p:grpSpPr>
          <a:xfrm>
            <a:off x="1991947" y="877832"/>
            <a:ext cx="2068647" cy="3893225"/>
            <a:chOff x="73662" y="302807"/>
            <a:chExt cx="1888490" cy="3554167"/>
          </a:xfrm>
        </p:grpSpPr>
        <p:pic>
          <p:nvPicPr>
            <p:cNvPr id="1032" name="Picture 8" descr="Goliath | Critical Role Wiki | Fandom">
              <a:extLst>
                <a:ext uri="{FF2B5EF4-FFF2-40B4-BE49-F238E27FC236}">
                  <a16:creationId xmlns:a16="http://schemas.microsoft.com/office/drawing/2014/main" id="{1A183097-5B5A-C9EA-F603-D0F3F1832A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">
              <a:off x="73662" y="1818187"/>
              <a:ext cx="1887935" cy="20387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8" descr="Goliath | Critical Role Wiki | Fandom">
              <a:extLst>
                <a:ext uri="{FF2B5EF4-FFF2-40B4-BE49-F238E27FC236}">
                  <a16:creationId xmlns:a16="http://schemas.microsoft.com/office/drawing/2014/main" id="{97555A69-D56E-C1DB-191A-3619BAB42D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983972" flipV="1">
              <a:off x="74217" y="302807"/>
              <a:ext cx="1887935" cy="20387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AB432A8-8700-F39A-C4E9-6FBB3EF79CBA}"/>
              </a:ext>
            </a:extLst>
          </p:cNvPr>
          <p:cNvGrpSpPr/>
          <p:nvPr/>
        </p:nvGrpSpPr>
        <p:grpSpPr>
          <a:xfrm>
            <a:off x="4537672" y="1107802"/>
            <a:ext cx="1308502" cy="3433286"/>
            <a:chOff x="6523025" y="444257"/>
            <a:chExt cx="1308502" cy="3433286"/>
          </a:xfrm>
        </p:grpSpPr>
        <p:pic>
          <p:nvPicPr>
            <p:cNvPr id="1034" name="Picture 10" descr="ArtStation - The big hat's follower">
              <a:extLst>
                <a:ext uri="{FF2B5EF4-FFF2-40B4-BE49-F238E27FC236}">
                  <a16:creationId xmlns:a16="http://schemas.microsoft.com/office/drawing/2014/main" id="{E62D4FD7-4C5D-51BF-6062-1EF6C406F9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08" r="7176" b="34183"/>
            <a:stretch/>
          </p:blipFill>
          <p:spPr bwMode="auto">
            <a:xfrm>
              <a:off x="6523025" y="1985735"/>
              <a:ext cx="1308501" cy="189180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0" descr="ArtStation - The big hat's follower">
              <a:extLst>
                <a:ext uri="{FF2B5EF4-FFF2-40B4-BE49-F238E27FC236}">
                  <a16:creationId xmlns:a16="http://schemas.microsoft.com/office/drawing/2014/main" id="{A2BBC15F-10FD-C870-1F04-09764249E9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08" r="7176" b="34183"/>
            <a:stretch/>
          </p:blipFill>
          <p:spPr bwMode="auto">
            <a:xfrm flipV="1">
              <a:off x="6523026" y="444257"/>
              <a:ext cx="1308501" cy="189180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308226F-FF34-4FB1-F0D7-43EB6C898247}"/>
              </a:ext>
            </a:extLst>
          </p:cNvPr>
          <p:cNvGrpSpPr/>
          <p:nvPr/>
        </p:nvGrpSpPr>
        <p:grpSpPr>
          <a:xfrm>
            <a:off x="6173480" y="1071091"/>
            <a:ext cx="1308505" cy="3506707"/>
            <a:chOff x="6523026" y="4352365"/>
            <a:chExt cx="1308505" cy="3506707"/>
          </a:xfrm>
        </p:grpSpPr>
        <p:pic>
          <p:nvPicPr>
            <p:cNvPr id="17" name="Picture 4" descr="11 Yellow teifling ideas | character portraits, dungeons and dragons  characters, dnd characters">
              <a:extLst>
                <a:ext uri="{FF2B5EF4-FFF2-40B4-BE49-F238E27FC236}">
                  <a16:creationId xmlns:a16="http://schemas.microsoft.com/office/drawing/2014/main" id="{B04DAC5B-36DF-080A-8E76-26BF801F3C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6523030" y="4352365"/>
              <a:ext cx="1308501" cy="184860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4" descr="11 Yellow teifling ideas | character portraits, dungeons and dragons  characters, dnd characters">
              <a:extLst>
                <a:ext uri="{FF2B5EF4-FFF2-40B4-BE49-F238E27FC236}">
                  <a16:creationId xmlns:a16="http://schemas.microsoft.com/office/drawing/2014/main" id="{EC9DB408-FD81-DA8A-F0C6-31633B631B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3026" y="6010468"/>
              <a:ext cx="1308501" cy="1848604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7AE0EEF-E181-551C-C097-C6C11AA8D6EC}"/>
              </a:ext>
            </a:extLst>
          </p:cNvPr>
          <p:cNvGrpSpPr/>
          <p:nvPr/>
        </p:nvGrpSpPr>
        <p:grpSpPr>
          <a:xfrm>
            <a:off x="98821" y="1172799"/>
            <a:ext cx="1416049" cy="3118726"/>
            <a:chOff x="158398" y="-3228"/>
            <a:chExt cx="1416049" cy="3118726"/>
          </a:xfrm>
        </p:grpSpPr>
        <p:pic>
          <p:nvPicPr>
            <p:cNvPr id="8" name="Picture 7" descr="A person with a beard&#10;&#10;Description automatically generated">
              <a:extLst>
                <a:ext uri="{FF2B5EF4-FFF2-40B4-BE49-F238E27FC236}">
                  <a16:creationId xmlns:a16="http://schemas.microsoft.com/office/drawing/2014/main" id="{529BA963-F948-E912-9039-C20C809D7D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82" t="3423" r="6016"/>
            <a:stretch/>
          </p:blipFill>
          <p:spPr>
            <a:xfrm>
              <a:off x="158398" y="1463852"/>
              <a:ext cx="1416049" cy="1651646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14" name="Picture 13" descr="A person with a beard&#10;&#10;Description automatically generated">
              <a:extLst>
                <a:ext uri="{FF2B5EF4-FFF2-40B4-BE49-F238E27FC236}">
                  <a16:creationId xmlns:a16="http://schemas.microsoft.com/office/drawing/2014/main" id="{750BE7CD-661F-6F94-53B3-BB14680D84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82" t="3423" r="6016"/>
            <a:stretch/>
          </p:blipFill>
          <p:spPr>
            <a:xfrm flipV="1">
              <a:off x="158398" y="-3228"/>
              <a:ext cx="1416049" cy="1651646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</p:spTree>
    <p:extLst>
      <p:ext uri="{BB962C8B-B14F-4D97-AF65-F5344CB8AC3E}">
        <p14:creationId xmlns:p14="http://schemas.microsoft.com/office/powerpoint/2010/main" val="2677361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A3FE8DBF-D41A-7338-5723-E51D988B7394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69340" y="-1099116"/>
            <a:ext cx="3233719" cy="6119812"/>
          </a:xfrm>
          <a:prstGeom prst="rect">
            <a:avLst/>
          </a:prstGeom>
        </p:spPr>
      </p:pic>
      <p:pic>
        <p:nvPicPr>
          <p:cNvPr id="3" name="Picture 2" descr="A screenshot of a game&#10;&#10;Description automatically generated">
            <a:extLst>
              <a:ext uri="{FF2B5EF4-FFF2-40B4-BE49-F238E27FC236}">
                <a16:creationId xmlns:a16="http://schemas.microsoft.com/office/drawing/2014/main" id="{F4AA6A5A-A15E-2BD0-4906-EC14E53854F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92661" y="4474862"/>
            <a:ext cx="6187074" cy="466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19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me&#10;&#10;Description automatically generated">
            <a:extLst>
              <a:ext uri="{FF2B5EF4-FFF2-40B4-BE49-F238E27FC236}">
                <a16:creationId xmlns:a16="http://schemas.microsoft.com/office/drawing/2014/main" id="{123A5135-821A-A551-4279-EEC27AE7EE14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58757" y="4523412"/>
            <a:ext cx="6683827" cy="3943458"/>
          </a:xfrm>
          <a:prstGeom prst="rect">
            <a:avLst/>
          </a:prstGeom>
        </p:spPr>
      </p:pic>
      <p:pic>
        <p:nvPicPr>
          <p:cNvPr id="5" name="Picture 4" descr="A screenshot of a game&#10;&#10;Description automatically generated">
            <a:extLst>
              <a:ext uri="{FF2B5EF4-FFF2-40B4-BE49-F238E27FC236}">
                <a16:creationId xmlns:a16="http://schemas.microsoft.com/office/drawing/2014/main" id="{C776547A-CE2B-E19E-8ED5-548F722CE77A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453732" y="4606960"/>
            <a:ext cx="6683827" cy="3776362"/>
          </a:xfrm>
          <a:prstGeom prst="rect">
            <a:avLst/>
          </a:prstGeom>
        </p:spPr>
      </p:pic>
      <p:pic>
        <p:nvPicPr>
          <p:cNvPr id="8" name="Picture 7" descr="A close-up of a paper&#10;&#10;Description automatically generated">
            <a:extLst>
              <a:ext uri="{FF2B5EF4-FFF2-40B4-BE49-F238E27FC236}">
                <a16:creationId xmlns:a16="http://schemas.microsoft.com/office/drawing/2014/main" id="{722CF001-B0A0-4CBC-5A95-ABBDCD2FFB6C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08613" y="-2466218"/>
            <a:ext cx="2555173" cy="772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93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me&#10;&#10;Description automatically generated">
            <a:extLst>
              <a:ext uri="{FF2B5EF4-FFF2-40B4-BE49-F238E27FC236}">
                <a16:creationId xmlns:a16="http://schemas.microsoft.com/office/drawing/2014/main" id="{7454FB50-6AF3-C12F-E545-B98544E9F6C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41814" y="2653000"/>
            <a:ext cx="2688769" cy="4752399"/>
          </a:xfrm>
          <a:prstGeom prst="rect">
            <a:avLst/>
          </a:prstGeom>
        </p:spPr>
      </p:pic>
      <p:pic>
        <p:nvPicPr>
          <p:cNvPr id="5" name="Picture 4" descr="A close-up of a document&#10;&#10;Description automatically generated">
            <a:extLst>
              <a:ext uri="{FF2B5EF4-FFF2-40B4-BE49-F238E27FC236}">
                <a16:creationId xmlns:a16="http://schemas.microsoft.com/office/drawing/2014/main" id="{EC31A583-3A58-B051-086E-1BE545F539AB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41813" y="-1391997"/>
            <a:ext cx="2688770" cy="5895128"/>
          </a:xfrm>
          <a:prstGeom prst="rect">
            <a:avLst/>
          </a:prstGeom>
        </p:spPr>
      </p:pic>
      <p:pic>
        <p:nvPicPr>
          <p:cNvPr id="7" name="Picture 6" descr="A screenshot of a game&#10;&#10;Description automatically generated">
            <a:extLst>
              <a:ext uri="{FF2B5EF4-FFF2-40B4-BE49-F238E27FC236}">
                <a16:creationId xmlns:a16="http://schemas.microsoft.com/office/drawing/2014/main" id="{089822E2-5BC9-3761-78A1-4DAC6371FC80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40034" y="6582772"/>
            <a:ext cx="2692327" cy="383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647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me&#10;&#10;Description automatically generated">
            <a:extLst>
              <a:ext uri="{FF2B5EF4-FFF2-40B4-BE49-F238E27FC236}">
                <a16:creationId xmlns:a16="http://schemas.microsoft.com/office/drawing/2014/main" id="{02D5DF57-030B-E87B-D765-A4F1CA4A4F2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86718" y="-49990"/>
            <a:ext cx="4998960" cy="5098939"/>
          </a:xfrm>
          <a:prstGeom prst="rect">
            <a:avLst/>
          </a:prstGeom>
        </p:spPr>
      </p:pic>
      <p:pic>
        <p:nvPicPr>
          <p:cNvPr id="5" name="Picture 4" descr="A screenshot of a game&#10;&#10;Description automatically generated">
            <a:extLst>
              <a:ext uri="{FF2B5EF4-FFF2-40B4-BE49-F238E27FC236}">
                <a16:creationId xmlns:a16="http://schemas.microsoft.com/office/drawing/2014/main" id="{FB6A7286-9E1D-E882-C6C8-AF4B8EE8DCA2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86719" y="5537466"/>
            <a:ext cx="4998960" cy="404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752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ame&#10;&#10;Description automatically generated">
            <a:extLst>
              <a:ext uri="{FF2B5EF4-FFF2-40B4-BE49-F238E27FC236}">
                <a16:creationId xmlns:a16="http://schemas.microsoft.com/office/drawing/2014/main" id="{70DDC1D6-4D37-8E5E-AB61-DD988B47CC6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59804" y="6673055"/>
            <a:ext cx="2921002" cy="3468690"/>
          </a:xfrm>
          <a:prstGeom prst="rect">
            <a:avLst/>
          </a:prstGeom>
        </p:spPr>
      </p:pic>
      <p:pic>
        <p:nvPicPr>
          <p:cNvPr id="9" name="Picture 8" descr="A screenshot of a game&#10;&#10;Description automatically generated">
            <a:extLst>
              <a:ext uri="{FF2B5EF4-FFF2-40B4-BE49-F238E27FC236}">
                <a16:creationId xmlns:a16="http://schemas.microsoft.com/office/drawing/2014/main" id="{A8CB6C91-8424-AA47-8A29-28CB78FBA76B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153658" y="-656591"/>
            <a:ext cx="2921000" cy="4615181"/>
          </a:xfrm>
          <a:prstGeom prst="rect">
            <a:avLst/>
          </a:prstGeom>
        </p:spPr>
      </p:pic>
      <p:pic>
        <p:nvPicPr>
          <p:cNvPr id="10" name="Picture 9" descr="A screenshot of a game&#10;&#10;Description automatically generated">
            <a:extLst>
              <a:ext uri="{FF2B5EF4-FFF2-40B4-BE49-F238E27FC236}">
                <a16:creationId xmlns:a16="http://schemas.microsoft.com/office/drawing/2014/main" id="{F15CDF5E-2C9B-CC84-8922-29209E281844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59804" y="3148806"/>
            <a:ext cx="2921000" cy="376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21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game&#10;&#10;Description automatically generated">
            <a:extLst>
              <a:ext uri="{FF2B5EF4-FFF2-40B4-BE49-F238E27FC236}">
                <a16:creationId xmlns:a16="http://schemas.microsoft.com/office/drawing/2014/main" id="{959966E5-E415-669C-C73D-190235B04E5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321360" y="6761794"/>
            <a:ext cx="3024517" cy="3379899"/>
          </a:xfrm>
          <a:prstGeom prst="rect">
            <a:avLst/>
          </a:prstGeom>
        </p:spPr>
      </p:pic>
      <p:pic>
        <p:nvPicPr>
          <p:cNvPr id="3" name="Picture 2" descr="A screenshot of a military company&#10;&#10;Description automatically generated with medium confidence">
            <a:extLst>
              <a:ext uri="{FF2B5EF4-FFF2-40B4-BE49-F238E27FC236}">
                <a16:creationId xmlns:a16="http://schemas.microsoft.com/office/drawing/2014/main" id="{ADF94E0E-3560-7673-E409-34184A50C8B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02502" y="1623220"/>
            <a:ext cx="6553195" cy="3890960"/>
          </a:xfrm>
          <a:prstGeom prst="rect">
            <a:avLst/>
          </a:prstGeom>
        </p:spPr>
      </p:pic>
      <p:pic>
        <p:nvPicPr>
          <p:cNvPr id="7" name="Picture 6" descr="A screenshot of a game&#10;&#10;Description automatically generated">
            <a:extLst>
              <a:ext uri="{FF2B5EF4-FFF2-40B4-BE49-F238E27FC236}">
                <a16:creationId xmlns:a16="http://schemas.microsoft.com/office/drawing/2014/main" id="{9EDD4F6B-5221-D068-BCDF-5337A34BD8A4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359789" y="1651891"/>
            <a:ext cx="6553197" cy="383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53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265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5</cp:revision>
  <dcterms:created xsi:type="dcterms:W3CDTF">2023-08-15T22:34:31Z</dcterms:created>
  <dcterms:modified xsi:type="dcterms:W3CDTF">2024-03-25T23:26:23Z</dcterms:modified>
</cp:coreProperties>
</file>