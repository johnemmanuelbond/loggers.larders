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0" r:id="rId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11 Yellow teifling ideas | character portraits, dungeons and dragons  characters, dnd characters">
            <a:extLst>
              <a:ext uri="{FF2B5EF4-FFF2-40B4-BE49-F238E27FC236}">
                <a16:creationId xmlns:a16="http://schemas.microsoft.com/office/drawing/2014/main" id="{6DF4DCB3-D924-178C-55A1-E18CD789E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464" y="2386291"/>
            <a:ext cx="3741471" cy="528581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7361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game&#10;&#10;Description automatically generated">
            <a:extLst>
              <a:ext uri="{FF2B5EF4-FFF2-40B4-BE49-F238E27FC236}">
                <a16:creationId xmlns:a16="http://schemas.microsoft.com/office/drawing/2014/main" id="{BD4E4A55-74EC-3002-F6D7-0FA1E2F528EB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86" y="5311455"/>
            <a:ext cx="5860427" cy="4746945"/>
          </a:xfrm>
          <a:prstGeom prst="rect">
            <a:avLst/>
          </a:prstGeom>
        </p:spPr>
      </p:pic>
      <p:pic>
        <p:nvPicPr>
          <p:cNvPr id="9" name="Picture 8" descr="A screenshot of a game&#10;&#10;Description automatically generated">
            <a:extLst>
              <a:ext uri="{FF2B5EF4-FFF2-40B4-BE49-F238E27FC236}">
                <a16:creationId xmlns:a16="http://schemas.microsoft.com/office/drawing/2014/main" id="{9908FC07-375A-933B-A3E2-313D76F90BE2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86" y="417998"/>
            <a:ext cx="5860427" cy="489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752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288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6</cp:revision>
  <dcterms:created xsi:type="dcterms:W3CDTF">2023-08-15T22:34:31Z</dcterms:created>
  <dcterms:modified xsi:type="dcterms:W3CDTF">2025-01-29T03:35:44Z</dcterms:modified>
</cp:coreProperties>
</file>