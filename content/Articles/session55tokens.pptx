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74" r:id="rId2"/>
    <p:sldId id="280" r:id="rId3"/>
    <p:sldId id="281" r:id="rId4"/>
    <p:sldId id="256" r:id="rId5"/>
    <p:sldId id="257" r:id="rId6"/>
    <p:sldId id="258" r:id="rId7"/>
    <p:sldId id="259" r:id="rId8"/>
    <p:sldId id="260" r:id="rId9"/>
  </p:sldIdLst>
  <p:sldSz cx="7772400" cy="100584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0000"/>
    <a:srgbClr val="C730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220C1B-68D8-46B5-91D8-A4A4BD152C72}" v="5" dt="2026-09-22T22:00:00.99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301" autoAdjust="0"/>
    <p:restoredTop sz="94660"/>
  </p:normalViewPr>
  <p:slideViewPr>
    <p:cSldViewPr snapToGrid="0">
      <p:cViewPr>
        <p:scale>
          <a:sx n="66" d="100"/>
          <a:sy n="66" d="100"/>
        </p:scale>
        <p:origin x="3066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ck Bond" userId="d0613b4d9d68792d" providerId="LiveId" clId="{DAEA3D54-AD02-4E1B-A73A-AB467D915B21}"/>
    <pc:docChg chg="undo custSel addSld delSld modSld sldOrd">
      <pc:chgData name="Jack Bond" userId="d0613b4d9d68792d" providerId="LiveId" clId="{DAEA3D54-AD02-4E1B-A73A-AB467D915B21}" dt="2026-09-22T22:11:43.703" v="2697" actId="1076"/>
      <pc:docMkLst>
        <pc:docMk/>
      </pc:docMkLst>
      <pc:sldChg chg="addSp delSp modSp add del mod">
        <pc:chgData name="Jack Bond" userId="d0613b4d9d68792d" providerId="LiveId" clId="{DAEA3D54-AD02-4E1B-A73A-AB467D915B21}" dt="2026-09-22T22:06:53.368" v="2477" actId="20577"/>
        <pc:sldMkLst>
          <pc:docMk/>
          <pc:sldMk cId="0" sldId="256"/>
        </pc:sldMkLst>
        <pc:spChg chg="mod">
          <ac:chgData name="Jack Bond" userId="d0613b4d9d68792d" providerId="LiveId" clId="{DAEA3D54-AD02-4E1B-A73A-AB467D915B21}" dt="2026-09-22T21:59:30.563" v="1856" actId="688"/>
          <ac:spMkLst>
            <pc:docMk/>
            <pc:sldMk cId="0" sldId="256"/>
            <ac:spMk id="3" creationId="{00000000-0000-0000-0000-000000000000}"/>
          </ac:spMkLst>
        </pc:spChg>
        <pc:spChg chg="add del mod">
          <ac:chgData name="Jack Bond" userId="d0613b4d9d68792d" providerId="LiveId" clId="{DAEA3D54-AD02-4E1B-A73A-AB467D915B21}" dt="2026-09-22T22:00:06.659" v="1870" actId="21"/>
          <ac:spMkLst>
            <pc:docMk/>
            <pc:sldMk cId="0" sldId="256"/>
            <ac:spMk id="4" creationId="{D9379EFD-33FF-98A3-F2D2-E88671250F00}"/>
          </ac:spMkLst>
        </pc:spChg>
        <pc:spChg chg="add mod">
          <ac:chgData name="Jack Bond" userId="d0613b4d9d68792d" providerId="LiveId" clId="{DAEA3D54-AD02-4E1B-A73A-AB467D915B21}" dt="2026-09-22T22:06:53.368" v="2477" actId="20577"/>
          <ac:spMkLst>
            <pc:docMk/>
            <pc:sldMk cId="0" sldId="256"/>
            <ac:spMk id="6" creationId="{0CEE6955-0FAD-B478-5D4C-7978D7608B2E}"/>
          </ac:spMkLst>
        </pc:spChg>
        <pc:spChg chg="add mod">
          <ac:chgData name="Jack Bond" userId="d0613b4d9d68792d" providerId="LiveId" clId="{DAEA3D54-AD02-4E1B-A73A-AB467D915B21}" dt="2026-09-22T21:59:30.563" v="1856" actId="688"/>
          <ac:spMkLst>
            <pc:docMk/>
            <pc:sldMk cId="0" sldId="256"/>
            <ac:spMk id="7" creationId="{DFE27D62-F301-60D3-C2C3-D9D700606B53}"/>
          </ac:spMkLst>
        </pc:spChg>
        <pc:spChg chg="add mod">
          <ac:chgData name="Jack Bond" userId="d0613b4d9d68792d" providerId="LiveId" clId="{DAEA3D54-AD02-4E1B-A73A-AB467D915B21}" dt="2026-09-22T22:06:42.643" v="2465" actId="20577"/>
          <ac:spMkLst>
            <pc:docMk/>
            <pc:sldMk cId="0" sldId="256"/>
            <ac:spMk id="8" creationId="{1492B94C-DF15-814E-D148-F886D7063105}"/>
          </ac:spMkLst>
        </pc:spChg>
        <pc:spChg chg="add mod">
          <ac:chgData name="Jack Bond" userId="d0613b4d9d68792d" providerId="LiveId" clId="{DAEA3D54-AD02-4E1B-A73A-AB467D915B21}" dt="2026-09-22T21:59:30.563" v="1856" actId="688"/>
          <ac:spMkLst>
            <pc:docMk/>
            <pc:sldMk cId="0" sldId="256"/>
            <ac:spMk id="11" creationId="{B639C6E4-73A5-601B-9F47-EA519C1BBFE4}"/>
          </ac:spMkLst>
        </pc:spChg>
        <pc:spChg chg="add mod">
          <ac:chgData name="Jack Bond" userId="d0613b4d9d68792d" providerId="LiveId" clId="{DAEA3D54-AD02-4E1B-A73A-AB467D915B21}" dt="2026-09-22T21:59:30.563" v="1856" actId="688"/>
          <ac:spMkLst>
            <pc:docMk/>
            <pc:sldMk cId="0" sldId="256"/>
            <ac:spMk id="15" creationId="{6805BE46-4303-6924-CFA7-623066ABA631}"/>
          </ac:spMkLst>
        </pc:spChg>
        <pc:spChg chg="add del mod">
          <ac:chgData name="Jack Bond" userId="d0613b4d9d68792d" providerId="LiveId" clId="{DAEA3D54-AD02-4E1B-A73A-AB467D915B21}" dt="2026-09-22T21:59:27.062" v="1841" actId="22"/>
          <ac:spMkLst>
            <pc:docMk/>
            <pc:sldMk cId="0" sldId="256"/>
            <ac:spMk id="19" creationId="{DEC0C008-F482-71BE-53E9-61BCB8B47F64}"/>
          </ac:spMkLst>
        </pc:spChg>
        <pc:picChg chg="mod">
          <ac:chgData name="Jack Bond" userId="d0613b4d9d68792d" providerId="LiveId" clId="{DAEA3D54-AD02-4E1B-A73A-AB467D915B21}" dt="2026-09-22T21:59:30.563" v="1856" actId="688"/>
          <ac:picMkLst>
            <pc:docMk/>
            <pc:sldMk cId="0" sldId="256"/>
            <ac:picMk id="2" creationId="{00000000-0000-0000-0000-000000000000}"/>
          </ac:picMkLst>
        </pc:picChg>
        <pc:picChg chg="add mod">
          <ac:chgData name="Jack Bond" userId="d0613b4d9d68792d" providerId="LiveId" clId="{DAEA3D54-AD02-4E1B-A73A-AB467D915B21}" dt="2026-09-22T21:59:30.563" v="1856" actId="688"/>
          <ac:picMkLst>
            <pc:docMk/>
            <pc:sldMk cId="0" sldId="256"/>
            <ac:picMk id="5" creationId="{9282F49E-C5B9-6024-5490-71DFFE727E15}"/>
          </ac:picMkLst>
        </pc:picChg>
        <pc:picChg chg="add mod">
          <ac:chgData name="Jack Bond" userId="d0613b4d9d68792d" providerId="LiveId" clId="{DAEA3D54-AD02-4E1B-A73A-AB467D915B21}" dt="2026-09-22T21:59:30.563" v="1856" actId="688"/>
          <ac:picMkLst>
            <pc:docMk/>
            <pc:sldMk cId="0" sldId="256"/>
            <ac:picMk id="9" creationId="{9BD2E9FF-063E-DFE4-C5BD-D80972F0648D}"/>
          </ac:picMkLst>
        </pc:picChg>
        <pc:picChg chg="add mod">
          <ac:chgData name="Jack Bond" userId="d0613b4d9d68792d" providerId="LiveId" clId="{DAEA3D54-AD02-4E1B-A73A-AB467D915B21}" dt="2026-09-22T21:59:30.563" v="1856" actId="688"/>
          <ac:picMkLst>
            <pc:docMk/>
            <pc:sldMk cId="0" sldId="256"/>
            <ac:picMk id="13" creationId="{32885304-5BB2-CA42-AA20-64A87958E263}"/>
          </ac:picMkLst>
        </pc:picChg>
        <pc:picChg chg="add del mod">
          <ac:chgData name="Jack Bond" userId="d0613b4d9d68792d" providerId="LiveId" clId="{DAEA3D54-AD02-4E1B-A73A-AB467D915B21}" dt="2026-09-22T21:59:27.062" v="1841" actId="22"/>
          <ac:picMkLst>
            <pc:docMk/>
            <pc:sldMk cId="0" sldId="256"/>
            <ac:picMk id="17" creationId="{398BA2EE-A82A-A169-6199-AC1686BF3E88}"/>
          </ac:picMkLst>
        </pc:picChg>
      </pc:sldChg>
      <pc:sldChg chg="addSp delSp modSp add del mod">
        <pc:chgData name="Jack Bond" userId="d0613b4d9d68792d" providerId="LiveId" clId="{DAEA3D54-AD02-4E1B-A73A-AB467D915B21}" dt="2026-09-22T22:09:55.874" v="2654" actId="21"/>
        <pc:sldMkLst>
          <pc:docMk/>
          <pc:sldMk cId="0" sldId="257"/>
        </pc:sldMkLst>
        <pc:spChg chg="add del">
          <ac:chgData name="Jack Bond" userId="d0613b4d9d68792d" providerId="LiveId" clId="{DAEA3D54-AD02-4E1B-A73A-AB467D915B21}" dt="2026-09-22T22:09:55.874" v="2654" actId="21"/>
          <ac:spMkLst>
            <pc:docMk/>
            <pc:sldMk cId="0" sldId="257"/>
            <ac:spMk id="3" creationId="{00000000-0000-0000-0000-000000000000}"/>
          </ac:spMkLst>
        </pc:spChg>
        <pc:spChg chg="add del mod">
          <ac:chgData name="Jack Bond" userId="d0613b4d9d68792d" providerId="LiveId" clId="{DAEA3D54-AD02-4E1B-A73A-AB467D915B21}" dt="2026-09-22T22:09:55.874" v="2654" actId="21"/>
          <ac:spMkLst>
            <pc:docMk/>
            <pc:sldMk cId="0" sldId="257"/>
            <ac:spMk id="5" creationId="{0658CE70-89F2-4472-A8CD-D0C1E1411B38}"/>
          </ac:spMkLst>
        </pc:spChg>
        <pc:spChg chg="add del mod">
          <ac:chgData name="Jack Bond" userId="d0613b4d9d68792d" providerId="LiveId" clId="{DAEA3D54-AD02-4E1B-A73A-AB467D915B21}" dt="2026-09-22T22:09:55.874" v="2654" actId="21"/>
          <ac:spMkLst>
            <pc:docMk/>
            <pc:sldMk cId="0" sldId="257"/>
            <ac:spMk id="7" creationId="{572543EC-E8E6-89BE-3462-4DBE8D9F18F0}"/>
          </ac:spMkLst>
        </pc:spChg>
        <pc:spChg chg="add del mod">
          <ac:chgData name="Jack Bond" userId="d0613b4d9d68792d" providerId="LiveId" clId="{DAEA3D54-AD02-4E1B-A73A-AB467D915B21}" dt="2026-09-22T21:54:29.274" v="1805" actId="21"/>
          <ac:spMkLst>
            <pc:docMk/>
            <pc:sldMk cId="0" sldId="257"/>
            <ac:spMk id="7" creationId="{F822E703-4614-A728-6937-AA895426EDBD}"/>
          </ac:spMkLst>
        </pc:spChg>
        <pc:picChg chg="add del">
          <ac:chgData name="Jack Bond" userId="d0613b4d9d68792d" providerId="LiveId" clId="{DAEA3D54-AD02-4E1B-A73A-AB467D915B21}" dt="2026-09-22T22:09:55.874" v="2654" actId="21"/>
          <ac:picMkLst>
            <pc:docMk/>
            <pc:sldMk cId="0" sldId="257"/>
            <ac:picMk id="2" creationId="{00000000-0000-0000-0000-000000000000}"/>
          </ac:picMkLst>
        </pc:picChg>
        <pc:picChg chg="add del mod">
          <ac:chgData name="Jack Bond" userId="d0613b4d9d68792d" providerId="LiveId" clId="{DAEA3D54-AD02-4E1B-A73A-AB467D915B21}" dt="2026-09-22T21:54:29.274" v="1805" actId="21"/>
          <ac:picMkLst>
            <pc:docMk/>
            <pc:sldMk cId="0" sldId="257"/>
            <ac:picMk id="5" creationId="{1C20596C-E4DA-6A23-2187-409B9CCAA8F0}"/>
          </ac:picMkLst>
        </pc:picChg>
      </pc:sldChg>
      <pc:sldChg chg="addSp delSp modSp add del mod">
        <pc:chgData name="Jack Bond" userId="d0613b4d9d68792d" providerId="LiveId" clId="{DAEA3D54-AD02-4E1B-A73A-AB467D915B21}" dt="2026-09-22T22:06:05.953" v="2437" actId="1076"/>
        <pc:sldMkLst>
          <pc:docMk/>
          <pc:sldMk cId="0" sldId="258"/>
        </pc:sldMkLst>
        <pc:spChg chg="del">
          <ac:chgData name="Jack Bond" userId="d0613b4d9d68792d" providerId="LiveId" clId="{DAEA3D54-AD02-4E1B-A73A-AB467D915B21}" dt="2026-09-22T21:54:25.795" v="1802" actId="21"/>
          <ac:spMkLst>
            <pc:docMk/>
            <pc:sldMk cId="0" sldId="258"/>
            <ac:spMk id="3" creationId="{00000000-0000-0000-0000-000000000000}"/>
          </ac:spMkLst>
        </pc:spChg>
        <pc:spChg chg="add mod">
          <ac:chgData name="Jack Bond" userId="d0613b4d9d68792d" providerId="LiveId" clId="{DAEA3D54-AD02-4E1B-A73A-AB467D915B21}" dt="2026-09-22T22:06:05.953" v="2437" actId="1076"/>
          <ac:spMkLst>
            <pc:docMk/>
            <pc:sldMk cId="0" sldId="258"/>
            <ac:spMk id="5" creationId="{E9770FD6-CDBB-BBB2-9A4C-5FB01791D330}"/>
          </ac:spMkLst>
        </pc:spChg>
        <pc:spChg chg="add mod">
          <ac:chgData name="Jack Bond" userId="d0613b4d9d68792d" providerId="LiveId" clId="{DAEA3D54-AD02-4E1B-A73A-AB467D915B21}" dt="2026-09-22T22:06:05.953" v="2437" actId="1076"/>
          <ac:spMkLst>
            <pc:docMk/>
            <pc:sldMk cId="0" sldId="258"/>
            <ac:spMk id="7" creationId="{76980A52-8B19-9B23-6EFD-ACB89D1546B8}"/>
          </ac:spMkLst>
        </pc:spChg>
        <pc:picChg chg="del">
          <ac:chgData name="Jack Bond" userId="d0613b4d9d68792d" providerId="LiveId" clId="{DAEA3D54-AD02-4E1B-A73A-AB467D915B21}" dt="2026-09-22T21:54:25.795" v="1802" actId="21"/>
          <ac:picMkLst>
            <pc:docMk/>
            <pc:sldMk cId="0" sldId="258"/>
            <ac:picMk id="2" creationId="{00000000-0000-0000-0000-000000000000}"/>
          </ac:picMkLst>
        </pc:picChg>
      </pc:sldChg>
      <pc:sldChg chg="addSp delSp modSp add del mod">
        <pc:chgData name="Jack Bond" userId="d0613b4d9d68792d" providerId="LiveId" clId="{DAEA3D54-AD02-4E1B-A73A-AB467D915B21}" dt="2026-09-22T22:09:26.740" v="2647" actId="20577"/>
        <pc:sldMkLst>
          <pc:docMk/>
          <pc:sldMk cId="0" sldId="259"/>
        </pc:sldMkLst>
        <pc:spChg chg="del">
          <ac:chgData name="Jack Bond" userId="d0613b4d9d68792d" providerId="LiveId" clId="{DAEA3D54-AD02-4E1B-A73A-AB467D915B21}" dt="2026-09-22T21:54:40.599" v="1809" actId="21"/>
          <ac:spMkLst>
            <pc:docMk/>
            <pc:sldMk cId="0" sldId="259"/>
            <ac:spMk id="3" creationId="{00000000-0000-0000-0000-000000000000}"/>
          </ac:spMkLst>
        </pc:spChg>
        <pc:spChg chg="add mod">
          <ac:chgData name="Jack Bond" userId="d0613b4d9d68792d" providerId="LiveId" clId="{DAEA3D54-AD02-4E1B-A73A-AB467D915B21}" dt="2026-09-22T22:08:57.533" v="2608" actId="20577"/>
          <ac:spMkLst>
            <pc:docMk/>
            <pc:sldMk cId="0" sldId="259"/>
            <ac:spMk id="5" creationId="{E127183E-DF1C-49AE-A54D-04408308903D}"/>
          </ac:spMkLst>
        </pc:spChg>
        <pc:spChg chg="add mod">
          <ac:chgData name="Jack Bond" userId="d0613b4d9d68792d" providerId="LiveId" clId="{DAEA3D54-AD02-4E1B-A73A-AB467D915B21}" dt="2026-09-22T22:09:26.740" v="2647" actId="20577"/>
          <ac:spMkLst>
            <pc:docMk/>
            <pc:sldMk cId="0" sldId="259"/>
            <ac:spMk id="7" creationId="{020F595C-E242-7DBD-FB64-E5F650F57B1C}"/>
          </ac:spMkLst>
        </pc:spChg>
        <pc:picChg chg="del">
          <ac:chgData name="Jack Bond" userId="d0613b4d9d68792d" providerId="LiveId" clId="{DAEA3D54-AD02-4E1B-A73A-AB467D915B21}" dt="2026-09-22T21:54:40.599" v="1809" actId="21"/>
          <ac:picMkLst>
            <pc:docMk/>
            <pc:sldMk cId="0" sldId="259"/>
            <ac:picMk id="2" creationId="{00000000-0000-0000-0000-000000000000}"/>
          </ac:picMkLst>
        </pc:picChg>
      </pc:sldChg>
      <pc:sldChg chg="addSp delSp modSp add del mod">
        <pc:chgData name="Jack Bond" userId="d0613b4d9d68792d" providerId="LiveId" clId="{DAEA3D54-AD02-4E1B-A73A-AB467D915B21}" dt="2026-09-22T22:09:21.292" v="2645" actId="20577"/>
        <pc:sldMkLst>
          <pc:docMk/>
          <pc:sldMk cId="0" sldId="260"/>
        </pc:sldMkLst>
        <pc:spChg chg="add del">
          <ac:chgData name="Jack Bond" userId="d0613b4d9d68792d" providerId="LiveId" clId="{DAEA3D54-AD02-4E1B-A73A-AB467D915B21}" dt="2026-09-22T21:59:27.299" v="1842" actId="21"/>
          <ac:spMkLst>
            <pc:docMk/>
            <pc:sldMk cId="0" sldId="260"/>
            <ac:spMk id="3" creationId="{00000000-0000-0000-0000-000000000000}"/>
          </ac:spMkLst>
        </pc:spChg>
        <pc:spChg chg="add mod">
          <ac:chgData name="Jack Bond" userId="d0613b4d9d68792d" providerId="LiveId" clId="{DAEA3D54-AD02-4E1B-A73A-AB467D915B21}" dt="2026-09-22T22:09:14.049" v="2636" actId="20577"/>
          <ac:spMkLst>
            <pc:docMk/>
            <pc:sldMk cId="0" sldId="260"/>
            <ac:spMk id="5" creationId="{44B0A112-D641-56F9-B12D-6E6112BF68F1}"/>
          </ac:spMkLst>
        </pc:spChg>
        <pc:spChg chg="add mod">
          <ac:chgData name="Jack Bond" userId="d0613b4d9d68792d" providerId="LiveId" clId="{DAEA3D54-AD02-4E1B-A73A-AB467D915B21}" dt="2026-09-22T22:09:21.292" v="2645" actId="20577"/>
          <ac:spMkLst>
            <pc:docMk/>
            <pc:sldMk cId="0" sldId="260"/>
            <ac:spMk id="7" creationId="{EBC81F54-1C71-088A-3039-8B02B9B3D5B4}"/>
          </ac:spMkLst>
        </pc:spChg>
        <pc:picChg chg="add del">
          <ac:chgData name="Jack Bond" userId="d0613b4d9d68792d" providerId="LiveId" clId="{DAEA3D54-AD02-4E1B-A73A-AB467D915B21}" dt="2026-09-22T21:59:27.299" v="1842" actId="21"/>
          <ac:picMkLst>
            <pc:docMk/>
            <pc:sldMk cId="0" sldId="260"/>
            <ac:picMk id="2" creationId="{00000000-0000-0000-0000-000000000000}"/>
          </ac:picMkLst>
        </pc:picChg>
      </pc:sldChg>
      <pc:sldChg chg="addSp delSp modSp add del mod">
        <pc:chgData name="Jack Bond" userId="d0613b4d9d68792d" providerId="LiveId" clId="{DAEA3D54-AD02-4E1B-A73A-AB467D915B21}" dt="2026-09-22T05:39:22.829" v="1789" actId="1076"/>
        <pc:sldMkLst>
          <pc:docMk/>
          <pc:sldMk cId="3346064594" sldId="274"/>
        </pc:sldMkLst>
        <pc:grpChg chg="del">
          <ac:chgData name="Jack Bond" userId="d0613b4d9d68792d" providerId="LiveId" clId="{DAEA3D54-AD02-4E1B-A73A-AB467D915B21}" dt="2026-09-22T05:33:10.632" v="1771" actId="478"/>
          <ac:grpSpMkLst>
            <pc:docMk/>
            <pc:sldMk cId="3346064594" sldId="274"/>
            <ac:grpSpMk id="13" creationId="{8016A5F0-EADF-970F-704F-8EDE93DCCFB9}"/>
          </ac:grpSpMkLst>
        </pc:grpChg>
        <pc:grpChg chg="del">
          <ac:chgData name="Jack Bond" userId="d0613b4d9d68792d" providerId="LiveId" clId="{DAEA3D54-AD02-4E1B-A73A-AB467D915B21}" dt="2026-09-22T05:33:10.632" v="1771" actId="478"/>
          <ac:grpSpMkLst>
            <pc:docMk/>
            <pc:sldMk cId="3346064594" sldId="274"/>
            <ac:grpSpMk id="19" creationId="{CB4047F2-51E5-56EF-9E5E-582E10A6E209}"/>
          </ac:grpSpMkLst>
        </pc:grpChg>
        <pc:picChg chg="add del mod">
          <ac:chgData name="Jack Bond" userId="d0613b4d9d68792d" providerId="LiveId" clId="{DAEA3D54-AD02-4E1B-A73A-AB467D915B21}" dt="2026-09-22T05:36:59.132" v="1775" actId="478"/>
          <ac:picMkLst>
            <pc:docMk/>
            <pc:sldMk cId="3346064594" sldId="274"/>
            <ac:picMk id="9" creationId="{48598479-3520-64BA-60A0-4D6897BCBF1C}"/>
          </ac:picMkLst>
        </pc:picChg>
        <pc:picChg chg="add del mod">
          <ac:chgData name="Jack Bond" userId="d0613b4d9d68792d" providerId="LiveId" clId="{DAEA3D54-AD02-4E1B-A73A-AB467D915B21}" dt="2026-09-22T05:37:42.303" v="1781" actId="478"/>
          <ac:picMkLst>
            <pc:docMk/>
            <pc:sldMk cId="3346064594" sldId="274"/>
            <ac:picMk id="11" creationId="{128F4F1C-9CFE-3E44-F76D-BCDD4CD40639}"/>
          </ac:picMkLst>
        </pc:picChg>
        <pc:picChg chg="add mod">
          <ac:chgData name="Jack Bond" userId="d0613b4d9d68792d" providerId="LiveId" clId="{DAEA3D54-AD02-4E1B-A73A-AB467D915B21}" dt="2026-09-22T05:37:38.816" v="1780" actId="1076"/>
          <ac:picMkLst>
            <pc:docMk/>
            <pc:sldMk cId="3346064594" sldId="274"/>
            <ac:picMk id="15" creationId="{54E72185-DA88-8253-7993-EF5053998A21}"/>
          </ac:picMkLst>
        </pc:picChg>
        <pc:picChg chg="add mod">
          <ac:chgData name="Jack Bond" userId="d0613b4d9d68792d" providerId="LiveId" clId="{DAEA3D54-AD02-4E1B-A73A-AB467D915B21}" dt="2026-09-22T05:37:45.336" v="1782" actId="571"/>
          <ac:picMkLst>
            <pc:docMk/>
            <pc:sldMk cId="3346064594" sldId="274"/>
            <ac:picMk id="18" creationId="{1FA645DC-63BD-E69C-AC05-00E3972A0D28}"/>
          </ac:picMkLst>
        </pc:picChg>
        <pc:picChg chg="add mod">
          <ac:chgData name="Jack Bond" userId="d0613b4d9d68792d" providerId="LiveId" clId="{DAEA3D54-AD02-4E1B-A73A-AB467D915B21}" dt="2026-09-22T05:39:22.829" v="1789" actId="1076"/>
          <ac:picMkLst>
            <pc:docMk/>
            <pc:sldMk cId="3346064594" sldId="274"/>
            <ac:picMk id="20" creationId="{8F5D811C-7C3D-630C-24F1-48364A50478F}"/>
          </ac:picMkLst>
        </pc:picChg>
        <pc:picChg chg="add mod">
          <ac:chgData name="Jack Bond" userId="d0613b4d9d68792d" providerId="LiveId" clId="{DAEA3D54-AD02-4E1B-A73A-AB467D915B21}" dt="2026-09-22T05:39:22.829" v="1789" actId="1076"/>
          <ac:picMkLst>
            <pc:docMk/>
            <pc:sldMk cId="3346064594" sldId="274"/>
            <ac:picMk id="22" creationId="{D5102B8A-FD5A-94C3-5FC5-252C32BA283C}"/>
          </ac:picMkLst>
        </pc:picChg>
        <pc:picChg chg="add del mod">
          <ac:chgData name="Jack Bond" userId="d0613b4d9d68792d" providerId="LiveId" clId="{DAEA3D54-AD02-4E1B-A73A-AB467D915B21}" dt="2026-09-22T05:37:42.303" v="1781" actId="478"/>
          <ac:picMkLst>
            <pc:docMk/>
            <pc:sldMk cId="3346064594" sldId="274"/>
            <ac:picMk id="23" creationId="{102F7DB5-2B2A-1649-973C-C286A7BC824D}"/>
          </ac:picMkLst>
        </pc:picChg>
      </pc:sldChg>
      <pc:sldChg chg="addSp delSp modSp add del mod">
        <pc:chgData name="Jack Bond" userId="d0613b4d9d68792d" providerId="LiveId" clId="{DAEA3D54-AD02-4E1B-A73A-AB467D915B21}" dt="2026-09-22T05:33:08.043" v="1770" actId="47"/>
        <pc:sldMkLst>
          <pc:docMk/>
          <pc:sldMk cId="1370564945" sldId="279"/>
        </pc:sldMkLst>
      </pc:sldChg>
      <pc:sldChg chg="addSp delSp modSp new mod">
        <pc:chgData name="Jack Bond" userId="d0613b4d9d68792d" providerId="LiveId" clId="{DAEA3D54-AD02-4E1B-A73A-AB467D915B21}" dt="2026-09-22T05:32:49.858" v="1769" actId="14100"/>
        <pc:sldMkLst>
          <pc:docMk/>
          <pc:sldMk cId="3253799267" sldId="280"/>
        </pc:sldMkLst>
        <pc:picChg chg="add del">
          <ac:chgData name="Jack Bond" userId="d0613b4d9d68792d" providerId="LiveId" clId="{DAEA3D54-AD02-4E1B-A73A-AB467D915B21}" dt="2026-09-22T05:32:34.807" v="1765" actId="478"/>
          <ac:picMkLst>
            <pc:docMk/>
            <pc:sldMk cId="3253799267" sldId="280"/>
            <ac:picMk id="3" creationId="{A68A5E9C-2019-F6EA-A2FC-B9C2C58BC0D1}"/>
          </ac:picMkLst>
        </pc:picChg>
        <pc:picChg chg="add del">
          <ac:chgData name="Jack Bond" userId="d0613b4d9d68792d" providerId="LiveId" clId="{DAEA3D54-AD02-4E1B-A73A-AB467D915B21}" dt="2026-09-22T05:32:30.447" v="1762" actId="22"/>
          <ac:picMkLst>
            <pc:docMk/>
            <pc:sldMk cId="3253799267" sldId="280"/>
            <ac:picMk id="5" creationId="{8E75323A-FC69-1910-CBAF-D1BDC3358A92}"/>
          </ac:picMkLst>
        </pc:picChg>
        <pc:picChg chg="add mod">
          <ac:chgData name="Jack Bond" userId="d0613b4d9d68792d" providerId="LiveId" clId="{DAEA3D54-AD02-4E1B-A73A-AB467D915B21}" dt="2026-09-22T05:32:49.858" v="1769" actId="14100"/>
          <ac:picMkLst>
            <pc:docMk/>
            <pc:sldMk cId="3253799267" sldId="280"/>
            <ac:picMk id="7" creationId="{6A88A0EA-111D-8816-993C-82AF84AD0B9A}"/>
          </ac:picMkLst>
        </pc:picChg>
      </pc:sldChg>
      <pc:sldChg chg="addSp delSp modSp new mod">
        <pc:chgData name="Jack Bond" userId="d0613b4d9d68792d" providerId="LiveId" clId="{DAEA3D54-AD02-4E1B-A73A-AB467D915B21}" dt="2026-09-22T22:11:43.703" v="2697" actId="1076"/>
        <pc:sldMkLst>
          <pc:docMk/>
          <pc:sldMk cId="3062071287" sldId="281"/>
        </pc:sldMkLst>
        <pc:spChg chg="add del">
          <ac:chgData name="Jack Bond" userId="d0613b4d9d68792d" providerId="LiveId" clId="{DAEA3D54-AD02-4E1B-A73A-AB467D915B21}" dt="2026-09-22T22:11:01.307" v="2681" actId="22"/>
          <ac:spMkLst>
            <pc:docMk/>
            <pc:sldMk cId="3062071287" sldId="281"/>
            <ac:spMk id="11" creationId="{2673A4AB-33E9-6BBD-62F0-68F5559B0E6F}"/>
          </ac:spMkLst>
        </pc:spChg>
        <pc:spChg chg="add del">
          <ac:chgData name="Jack Bond" userId="d0613b4d9d68792d" providerId="LiveId" clId="{DAEA3D54-AD02-4E1B-A73A-AB467D915B21}" dt="2026-09-22T22:11:01.307" v="2681" actId="22"/>
          <ac:spMkLst>
            <pc:docMk/>
            <pc:sldMk cId="3062071287" sldId="281"/>
            <ac:spMk id="13" creationId="{62204EBB-7AAA-10AA-6EA4-24E1FF3B683C}"/>
          </ac:spMkLst>
        </pc:spChg>
        <pc:spChg chg="add del">
          <ac:chgData name="Jack Bond" userId="d0613b4d9d68792d" providerId="LiveId" clId="{DAEA3D54-AD02-4E1B-A73A-AB467D915B21}" dt="2026-09-22T22:11:01.307" v="2681" actId="22"/>
          <ac:spMkLst>
            <pc:docMk/>
            <pc:sldMk cId="3062071287" sldId="281"/>
            <ac:spMk id="15" creationId="{6F6A5B37-1DDA-31B1-C154-CD2BA306D51D}"/>
          </ac:spMkLst>
        </pc:spChg>
        <pc:spChg chg="add del">
          <ac:chgData name="Jack Bond" userId="d0613b4d9d68792d" providerId="LiveId" clId="{DAEA3D54-AD02-4E1B-A73A-AB467D915B21}" dt="2026-09-22T22:11:33.997" v="2694" actId="22"/>
          <ac:spMkLst>
            <pc:docMk/>
            <pc:sldMk cId="3062071287" sldId="281"/>
            <ac:spMk id="21" creationId="{3E0265BB-460B-5B3A-1B14-17F1D393AAAA}"/>
          </ac:spMkLst>
        </pc:spChg>
        <pc:spChg chg="add del">
          <ac:chgData name="Jack Bond" userId="d0613b4d9d68792d" providerId="LiveId" clId="{DAEA3D54-AD02-4E1B-A73A-AB467D915B21}" dt="2026-09-22T22:11:33.997" v="2694" actId="22"/>
          <ac:spMkLst>
            <pc:docMk/>
            <pc:sldMk cId="3062071287" sldId="281"/>
            <ac:spMk id="23" creationId="{8EEC9F5B-9E22-C27E-F9DC-DFA9D4BC07A3}"/>
          </ac:spMkLst>
        </pc:spChg>
        <pc:spChg chg="add del">
          <ac:chgData name="Jack Bond" userId="d0613b4d9d68792d" providerId="LiveId" clId="{DAEA3D54-AD02-4E1B-A73A-AB467D915B21}" dt="2026-09-22T22:11:33.997" v="2694" actId="22"/>
          <ac:spMkLst>
            <pc:docMk/>
            <pc:sldMk cId="3062071287" sldId="281"/>
            <ac:spMk id="25" creationId="{476FF4E2-6AAB-281D-AA86-84B4C906C34B}"/>
          </ac:spMkLst>
        </pc:spChg>
        <pc:picChg chg="add mod">
          <ac:chgData name="Jack Bond" userId="d0613b4d9d68792d" providerId="LiveId" clId="{DAEA3D54-AD02-4E1B-A73A-AB467D915B21}" dt="2026-09-22T22:10:19.882" v="2668" actId="1076"/>
          <ac:picMkLst>
            <pc:docMk/>
            <pc:sldMk cId="3062071287" sldId="281"/>
            <ac:picMk id="3" creationId="{1A066A87-E68F-B148-3066-736B3B832C31}"/>
          </ac:picMkLst>
        </pc:picChg>
        <pc:picChg chg="add mod">
          <ac:chgData name="Jack Bond" userId="d0613b4d9d68792d" providerId="LiveId" clId="{DAEA3D54-AD02-4E1B-A73A-AB467D915B21}" dt="2026-09-22T22:11:20.262" v="2690" actId="1076"/>
          <ac:picMkLst>
            <pc:docMk/>
            <pc:sldMk cId="3062071287" sldId="281"/>
            <ac:picMk id="5" creationId="{76AEF19E-7BF0-6994-AD7B-44B5DE44AAFF}"/>
          </ac:picMkLst>
        </pc:picChg>
        <pc:picChg chg="add mod">
          <ac:chgData name="Jack Bond" userId="d0613b4d9d68792d" providerId="LiveId" clId="{DAEA3D54-AD02-4E1B-A73A-AB467D915B21}" dt="2026-09-22T22:11:24.903" v="2692" actId="1076"/>
          <ac:picMkLst>
            <pc:docMk/>
            <pc:sldMk cId="3062071287" sldId="281"/>
            <ac:picMk id="7" creationId="{0E57FAE8-B4E4-9807-D583-F9D91F2738C2}"/>
          </ac:picMkLst>
        </pc:picChg>
        <pc:picChg chg="add del">
          <ac:chgData name="Jack Bond" userId="d0613b4d9d68792d" providerId="LiveId" clId="{DAEA3D54-AD02-4E1B-A73A-AB467D915B21}" dt="2026-09-22T22:11:01.307" v="2681" actId="22"/>
          <ac:picMkLst>
            <pc:docMk/>
            <pc:sldMk cId="3062071287" sldId="281"/>
            <ac:picMk id="9" creationId="{2EC1EFD3-CBAF-B463-EB1B-74063F4D07A4}"/>
          </ac:picMkLst>
        </pc:picChg>
        <pc:picChg chg="add mod">
          <ac:chgData name="Jack Bond" userId="d0613b4d9d68792d" providerId="LiveId" clId="{DAEA3D54-AD02-4E1B-A73A-AB467D915B21}" dt="2026-09-22T22:11:17.759" v="2688" actId="1076"/>
          <ac:picMkLst>
            <pc:docMk/>
            <pc:sldMk cId="3062071287" sldId="281"/>
            <ac:picMk id="17" creationId="{42902FD4-431E-69D3-268E-A008810FCCA4}"/>
          </ac:picMkLst>
        </pc:picChg>
        <pc:picChg chg="add del">
          <ac:chgData name="Jack Bond" userId="d0613b4d9d68792d" providerId="LiveId" clId="{DAEA3D54-AD02-4E1B-A73A-AB467D915B21}" dt="2026-09-22T22:11:33.997" v="2694" actId="22"/>
          <ac:picMkLst>
            <pc:docMk/>
            <pc:sldMk cId="3062071287" sldId="281"/>
            <ac:picMk id="19" creationId="{EA0272FC-F8A1-1BFE-3685-913E6F6C4665}"/>
          </ac:picMkLst>
        </pc:picChg>
        <pc:picChg chg="add mod">
          <ac:chgData name="Jack Bond" userId="d0613b4d9d68792d" providerId="LiveId" clId="{DAEA3D54-AD02-4E1B-A73A-AB467D915B21}" dt="2026-09-22T22:11:43.703" v="2697" actId="1076"/>
          <ac:picMkLst>
            <pc:docMk/>
            <pc:sldMk cId="3062071287" sldId="281"/>
            <ac:picMk id="27" creationId="{967CC89A-512D-F082-0771-82BFB213DDA7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3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0"/>
            </a:lvl1pPr>
            <a:lvl2pPr marL="388620" indent="0" algn="ctr">
              <a:buNone/>
              <a:defRPr sz="1700"/>
            </a:lvl2pPr>
            <a:lvl3pPr marL="777240" indent="0" algn="ctr">
              <a:buNone/>
              <a:defRPr sz="1530"/>
            </a:lvl3pPr>
            <a:lvl4pPr marL="1165860" indent="0" algn="ctr">
              <a:buNone/>
              <a:defRPr sz="1360"/>
            </a:lvl4pPr>
            <a:lvl5pPr marL="1554480" indent="0" algn="ctr">
              <a:buNone/>
              <a:defRPr sz="1360"/>
            </a:lvl5pPr>
            <a:lvl6pPr marL="1943100" indent="0" algn="ctr">
              <a:buNone/>
              <a:defRPr sz="1360"/>
            </a:lvl6pPr>
            <a:lvl7pPr marL="2331720" indent="0" algn="ctr">
              <a:buNone/>
              <a:defRPr sz="1360"/>
            </a:lvl7pPr>
            <a:lvl8pPr marL="2720340" indent="0" algn="ctr">
              <a:buNone/>
              <a:defRPr sz="1360"/>
            </a:lvl8pPr>
            <a:lvl9pPr marL="3108960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0920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2878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5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5" y="6731215"/>
            <a:ext cx="6703695" cy="2200274"/>
          </a:xfrm>
        </p:spPr>
        <p:txBody>
          <a:bodyPr/>
          <a:lstStyle>
            <a:lvl1pPr marL="0" indent="0">
              <a:buNone/>
              <a:defRPr sz="2040">
                <a:solidFill>
                  <a:schemeClr val="tx1"/>
                </a:solidFill>
              </a:defRPr>
            </a:lvl1pPr>
            <a:lvl2pPr marL="388620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2pPr>
            <a:lvl3pPr marL="777240" indent="0">
              <a:buNone/>
              <a:defRPr sz="1530">
                <a:solidFill>
                  <a:schemeClr val="tx1">
                    <a:tint val="75000"/>
                  </a:schemeClr>
                </a:solidFill>
              </a:defRPr>
            </a:lvl3pPr>
            <a:lvl4pPr marL="116586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4pPr>
            <a:lvl5pPr marL="155448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5pPr>
            <a:lvl6pPr marL="194310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6pPr>
            <a:lvl7pPr marL="233172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7pPr>
            <a:lvl8pPr marL="272034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8pPr>
            <a:lvl9pPr marL="310896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173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4283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535519"/>
            <a:ext cx="6703695" cy="19441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6" y="2465706"/>
            <a:ext cx="3288089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6" y="3674110"/>
            <a:ext cx="3288089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6"/>
            <a:ext cx="3304282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0"/>
            <a:ext cx="3304282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4088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0395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11344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6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895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6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20" indent="0">
              <a:buNone/>
              <a:defRPr sz="2380"/>
            </a:lvl2pPr>
            <a:lvl3pPr marL="777240" indent="0">
              <a:buNone/>
              <a:defRPr sz="2040"/>
            </a:lvl3pPr>
            <a:lvl4pPr marL="1165860" indent="0">
              <a:buNone/>
              <a:defRPr sz="1700"/>
            </a:lvl4pPr>
            <a:lvl5pPr marL="1554480" indent="0">
              <a:buNone/>
              <a:defRPr sz="1700"/>
            </a:lvl5pPr>
            <a:lvl6pPr marL="1943100" indent="0">
              <a:buNone/>
              <a:defRPr sz="1700"/>
            </a:lvl6pPr>
            <a:lvl7pPr marL="2331720" indent="0">
              <a:buNone/>
              <a:defRPr sz="1700"/>
            </a:lvl7pPr>
            <a:lvl8pPr marL="2720340" indent="0">
              <a:buNone/>
              <a:defRPr sz="1700"/>
            </a:lvl8pPr>
            <a:lvl9pPr marL="3108960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6184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4847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41249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3" y="2677584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4BEB1E-4C7A-4CCA-99B1-324C18C730E6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334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7724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0" indent="-194310" algn="l" defTabSz="77724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2pPr>
      <a:lvl3pPr marL="9715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1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79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1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0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6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2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8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0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7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3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54E72185-DA88-8253-7993-EF5053998A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914" y="5020302"/>
            <a:ext cx="3592286" cy="503809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FA645DC-63BD-E69C-AC05-00E3972A0D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6200" y="5020302"/>
            <a:ext cx="3592286" cy="503809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F5D811C-7C3D-630C-24F1-48364A5047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6200" y="90488"/>
            <a:ext cx="3592286" cy="5038098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D5102B8A-FD5A-94C3-5FC5-252C32BA28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914" y="90488"/>
            <a:ext cx="3592286" cy="5038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60645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A88A0EA-111D-8816-993C-82AF84AD0B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228600"/>
            <a:ext cx="6400802" cy="960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37992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A066A87-E68F-B148-3066-736B3B832C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821736" y="-327696"/>
            <a:ext cx="2987622" cy="418115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6AEF19E-7BF0-6994-AD7B-44B5DE44AA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9807" y="602897"/>
            <a:ext cx="2987621" cy="418114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E57FAE8-B4E4-9807-D583-F9D91F2738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808379" y="6204947"/>
            <a:ext cx="2987621" cy="418114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2902FD4-431E-69D3-268E-A008810FCC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821734" y="2938625"/>
            <a:ext cx="2987621" cy="4181149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967CC89A-512D-F082-0771-82BFB213DD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9807" y="5274356"/>
            <a:ext cx="2987620" cy="4181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20712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himmer_spell_card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915" y="0"/>
            <a:ext cx="7184571" cy="10058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15876" y="1235747"/>
            <a:ext cx="184731" cy="527709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endParaRPr sz="2829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EE6955-0FAD-B478-5D4C-7978D7608B2E}"/>
              </a:ext>
            </a:extLst>
          </p:cNvPr>
          <p:cNvSpPr txBox="1"/>
          <p:nvPr/>
        </p:nvSpPr>
        <p:spPr>
          <a:xfrm>
            <a:off x="1574799" y="1440290"/>
            <a:ext cx="30636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>
                <a:latin typeface="Aldhabi" panose="020F0502020204030204" pitchFamily="2" charset="-78"/>
                <a:cs typeface="Aldhabi" panose="020F0502020204030204" pitchFamily="2" charset="-78"/>
              </a:rPr>
              <a:t>Gilothy</a:t>
            </a:r>
            <a:r>
              <a:rPr lang="en-US" sz="3600" dirty="0">
                <a:latin typeface="Aldhabi" panose="020F0502020204030204" pitchFamily="2" charset="-78"/>
                <a:cs typeface="Aldhabi" panose="020F0502020204030204" pitchFamily="2" charset="-78"/>
              </a:rPr>
              <a:t> </a:t>
            </a:r>
            <a:r>
              <a:rPr lang="en-US" sz="3600" dirty="0" err="1">
                <a:latin typeface="Aldhabi" panose="020F0502020204030204" pitchFamily="2" charset="-78"/>
                <a:cs typeface="Aldhabi" panose="020F0502020204030204" pitchFamily="2" charset="-78"/>
              </a:rPr>
              <a:t>Silarin</a:t>
            </a:r>
            <a:r>
              <a:rPr lang="en-US" sz="3600" dirty="0">
                <a:latin typeface="Aldhabi" panose="020F0502020204030204" pitchFamily="2" charset="-78"/>
                <a:cs typeface="Aldhabi" panose="020F0502020204030204" pitchFamily="2" charset="-78"/>
              </a:rPr>
              <a:t>, Inspirer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92B94C-DF15-814E-D148-F886D7063105}"/>
              </a:ext>
            </a:extLst>
          </p:cNvPr>
          <p:cNvSpPr txBox="1"/>
          <p:nvPr/>
        </p:nvSpPr>
        <p:spPr>
          <a:xfrm>
            <a:off x="1574799" y="2432033"/>
            <a:ext cx="4622802" cy="6124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800" dirty="0">
                <a:latin typeface="Aldhabi" panose="020F0502020204030204" pitchFamily="2" charset="-78"/>
                <a:cs typeface="Aldhabi" panose="020F0502020204030204" pitchFamily="2" charset="-78"/>
              </a:rPr>
              <a:t>You immediately gain 2 levels.</a:t>
            </a:r>
          </a:p>
          <a:p>
            <a:pPr algn="just"/>
            <a:endParaRPr lang="en-US" sz="2800" dirty="0">
              <a:latin typeface="Aldhabi" panose="020F0502020204030204" pitchFamily="2" charset="-78"/>
              <a:cs typeface="Aldhabi" panose="020F0502020204030204" pitchFamily="2" charset="-78"/>
            </a:endParaRPr>
          </a:p>
          <a:p>
            <a:pPr algn="just"/>
            <a:r>
              <a:rPr lang="en-US" sz="2800" dirty="0">
                <a:latin typeface="Aldhabi" panose="020F0502020204030204" pitchFamily="2" charset="-78"/>
                <a:cs typeface="Aldhabi" panose="020F0502020204030204" pitchFamily="2" charset="-78"/>
              </a:rPr>
              <a:t>For 24 hours you gain the following effects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ldhabi" panose="020F0502020204030204" pitchFamily="2" charset="-78"/>
                <a:cs typeface="Aldhabi" panose="020F0502020204030204" pitchFamily="2" charset="-78"/>
              </a:rPr>
              <a:t>You gain 50 temporary hit points.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ldhabi" panose="020F0502020204030204" pitchFamily="2" charset="-78"/>
                <a:cs typeface="Aldhabi" panose="020F0502020204030204" pitchFamily="2" charset="-78"/>
              </a:rPr>
              <a:t>You gain 10ft to your walking speed.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ldhabi" panose="020F0502020204030204" pitchFamily="2" charset="-78"/>
                <a:cs typeface="Aldhabi" panose="020F0502020204030204" pitchFamily="2" charset="-78"/>
              </a:rPr>
              <a:t>You ignore plant-based difficult terrain.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800" i="1" dirty="0" err="1">
                <a:latin typeface="Aldhabi" panose="020F0502020204030204" pitchFamily="2" charset="-78"/>
                <a:cs typeface="Aldhabi" panose="020F0502020204030204" pitchFamily="2" charset="-78"/>
              </a:rPr>
              <a:t>Skinsplinterers</a:t>
            </a:r>
            <a:r>
              <a:rPr lang="en-US" sz="2800" dirty="0">
                <a:latin typeface="Aldhabi" panose="020F0502020204030204" pitchFamily="2" charset="-78"/>
                <a:cs typeface="Aldhabi" panose="020F0502020204030204" pitchFamily="2" charset="-78"/>
              </a:rPr>
              <a:t> are vulnerable to your attack damage.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800" i="1" dirty="0" err="1">
                <a:latin typeface="Aldhabi" panose="020F0502020204030204" pitchFamily="2" charset="-78"/>
                <a:cs typeface="Aldhabi" panose="020F0502020204030204" pitchFamily="2" charset="-78"/>
              </a:rPr>
              <a:t>Skinsplinterers</a:t>
            </a:r>
            <a:r>
              <a:rPr lang="en-US" sz="2800" dirty="0">
                <a:latin typeface="Aldhabi" panose="020F0502020204030204" pitchFamily="2" charset="-78"/>
                <a:cs typeface="Aldhabi" panose="020F0502020204030204" pitchFamily="2" charset="-78"/>
              </a:rPr>
              <a:t> have disadvantage on saving throws against your spells.</a:t>
            </a:r>
          </a:p>
          <a:p>
            <a:pPr algn="just"/>
            <a:endParaRPr lang="en-US" sz="2800" dirty="0">
              <a:latin typeface="Aldhabi" panose="020F0502020204030204" pitchFamily="2" charset="-78"/>
              <a:cs typeface="Aldhabi" panose="020F0502020204030204" pitchFamily="2" charset="-78"/>
            </a:endParaRPr>
          </a:p>
          <a:p>
            <a:pPr algn="just"/>
            <a:r>
              <a:rPr lang="en-US" sz="2800" dirty="0">
                <a:latin typeface="Aldhabi" panose="020F0502020204030204" pitchFamily="2" charset="-78"/>
                <a:cs typeface="Aldhabi" panose="020F0502020204030204" pitchFamily="2" charset="-78"/>
              </a:rPr>
              <a:t>Additionally, you may cast the spell </a:t>
            </a:r>
            <a:r>
              <a:rPr lang="en-US" sz="2800" i="1" dirty="0">
                <a:latin typeface="Aldhabi" panose="020F0502020204030204" pitchFamily="2" charset="-78"/>
                <a:cs typeface="Aldhabi" panose="020F0502020204030204" pitchFamily="2" charset="-78"/>
              </a:rPr>
              <a:t>Mass Heal </a:t>
            </a:r>
            <a:r>
              <a:rPr lang="en-US" sz="2800" dirty="0">
                <a:latin typeface="Aldhabi" panose="020F0502020204030204" pitchFamily="2" charset="-78"/>
                <a:cs typeface="Aldhabi" panose="020F0502020204030204" pitchFamily="2" charset="-78"/>
              </a:rPr>
              <a:t>once without a spell slot or material components.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himmer_spell_card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915" y="0"/>
            <a:ext cx="7184571" cy="10058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15876" y="1235747"/>
            <a:ext cx="184731" cy="527709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endParaRPr sz="2829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58CE70-89F2-4472-A8CD-D0C1E1411B38}"/>
              </a:ext>
            </a:extLst>
          </p:cNvPr>
          <p:cNvSpPr txBox="1"/>
          <p:nvPr/>
        </p:nvSpPr>
        <p:spPr>
          <a:xfrm>
            <a:off x="1574799" y="1440290"/>
            <a:ext cx="34034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Aldhabi" panose="020F0502020204030204" pitchFamily="2" charset="-78"/>
                <a:cs typeface="Aldhabi" panose="020F0502020204030204" pitchFamily="2" charset="-78"/>
              </a:rPr>
              <a:t>Petunia, Peerless </a:t>
            </a:r>
            <a:r>
              <a:rPr lang="en-US" sz="3600" dirty="0" err="1">
                <a:latin typeface="Aldhabi" panose="020F0502020204030204" pitchFamily="2" charset="-78"/>
                <a:cs typeface="Aldhabi" panose="020F0502020204030204" pitchFamily="2" charset="-78"/>
              </a:rPr>
              <a:t>Tactitian</a:t>
            </a:r>
            <a:endParaRPr lang="en-US" sz="3600" dirty="0">
              <a:latin typeface="Aldhabi" panose="020F0502020204030204" pitchFamily="2" charset="-78"/>
              <a:cs typeface="Aldhabi" panose="020F0502020204030204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2543EC-E8E6-89BE-3462-4DBE8D9F18F0}"/>
              </a:ext>
            </a:extLst>
          </p:cNvPr>
          <p:cNvSpPr txBox="1"/>
          <p:nvPr/>
        </p:nvSpPr>
        <p:spPr>
          <a:xfrm>
            <a:off x="1574799" y="2432033"/>
            <a:ext cx="4622802" cy="6124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800" dirty="0">
                <a:latin typeface="Aldhabi" panose="020F0502020204030204" pitchFamily="2" charset="-78"/>
                <a:cs typeface="Aldhabi" panose="020F0502020204030204" pitchFamily="2" charset="-78"/>
              </a:rPr>
              <a:t>You immediately gain 2 levels.</a:t>
            </a:r>
          </a:p>
          <a:p>
            <a:pPr algn="just"/>
            <a:endParaRPr lang="en-US" sz="2800" dirty="0">
              <a:latin typeface="Aldhabi" panose="020F0502020204030204" pitchFamily="2" charset="-78"/>
              <a:cs typeface="Aldhabi" panose="020F0502020204030204" pitchFamily="2" charset="-78"/>
            </a:endParaRPr>
          </a:p>
          <a:p>
            <a:pPr algn="just"/>
            <a:r>
              <a:rPr lang="en-US" sz="2800" dirty="0">
                <a:latin typeface="Aldhabi" panose="020F0502020204030204" pitchFamily="2" charset="-78"/>
                <a:cs typeface="Aldhabi" panose="020F0502020204030204" pitchFamily="2" charset="-78"/>
              </a:rPr>
              <a:t>For 24 hours you gain the following effects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ldhabi" panose="020F0502020204030204" pitchFamily="2" charset="-78"/>
                <a:cs typeface="Aldhabi" panose="020F0502020204030204" pitchFamily="2" charset="-78"/>
              </a:rPr>
              <a:t>You gain 50 temporary hit points.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ldhabi" panose="020F0502020204030204" pitchFamily="2" charset="-78"/>
                <a:cs typeface="Aldhabi" panose="020F0502020204030204" pitchFamily="2" charset="-78"/>
              </a:rPr>
              <a:t>You gain 10ft to your walking speed.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ldhabi" panose="020F0502020204030204" pitchFamily="2" charset="-78"/>
                <a:cs typeface="Aldhabi" panose="020F0502020204030204" pitchFamily="2" charset="-78"/>
              </a:rPr>
              <a:t>You ignore plant-based difficult terrain.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800" i="1" dirty="0" err="1">
                <a:latin typeface="Aldhabi" panose="020F0502020204030204" pitchFamily="2" charset="-78"/>
                <a:cs typeface="Aldhabi" panose="020F0502020204030204" pitchFamily="2" charset="-78"/>
              </a:rPr>
              <a:t>Skinsplinterers</a:t>
            </a:r>
            <a:r>
              <a:rPr lang="en-US" sz="2800" dirty="0">
                <a:latin typeface="Aldhabi" panose="020F0502020204030204" pitchFamily="2" charset="-78"/>
                <a:cs typeface="Aldhabi" panose="020F0502020204030204" pitchFamily="2" charset="-78"/>
              </a:rPr>
              <a:t> are vulnerable to your attack damage.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800" i="1" dirty="0" err="1">
                <a:latin typeface="Aldhabi" panose="020F0502020204030204" pitchFamily="2" charset="-78"/>
                <a:cs typeface="Aldhabi" panose="020F0502020204030204" pitchFamily="2" charset="-78"/>
              </a:rPr>
              <a:t>Skinsplinterers</a:t>
            </a:r>
            <a:r>
              <a:rPr lang="en-US" sz="2800" dirty="0">
                <a:latin typeface="Aldhabi" panose="020F0502020204030204" pitchFamily="2" charset="-78"/>
                <a:cs typeface="Aldhabi" panose="020F0502020204030204" pitchFamily="2" charset="-78"/>
              </a:rPr>
              <a:t> have disadvantage on saving throws against your spells.</a:t>
            </a:r>
          </a:p>
          <a:p>
            <a:pPr algn="just"/>
            <a:endParaRPr lang="en-US" sz="2800" dirty="0">
              <a:latin typeface="Aldhabi" panose="020F0502020204030204" pitchFamily="2" charset="-78"/>
              <a:cs typeface="Aldhabi" panose="020F0502020204030204" pitchFamily="2" charset="-78"/>
            </a:endParaRPr>
          </a:p>
          <a:p>
            <a:pPr algn="just"/>
            <a:r>
              <a:rPr lang="en-US" sz="2800" dirty="0">
                <a:latin typeface="Aldhabi" panose="020F0502020204030204" pitchFamily="2" charset="-78"/>
                <a:cs typeface="Aldhabi" panose="020F0502020204030204" pitchFamily="2" charset="-78"/>
              </a:rPr>
              <a:t>Additionally, you may cast the spell </a:t>
            </a:r>
            <a:r>
              <a:rPr lang="en-US" sz="2800" i="1" dirty="0">
                <a:latin typeface="Aldhabi" panose="020F0502020204030204" pitchFamily="2" charset="-78"/>
                <a:cs typeface="Aldhabi" panose="020F0502020204030204" pitchFamily="2" charset="-78"/>
              </a:rPr>
              <a:t>Foresight </a:t>
            </a:r>
            <a:r>
              <a:rPr lang="en-US" sz="2800" dirty="0">
                <a:latin typeface="Aldhabi" panose="020F0502020204030204" pitchFamily="2" charset="-78"/>
                <a:cs typeface="Aldhabi" panose="020F0502020204030204" pitchFamily="2" charset="-78"/>
              </a:rPr>
              <a:t>once without a spell slot or material components.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himmer_spell_card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915" y="0"/>
            <a:ext cx="7184571" cy="10058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15876" y="1235747"/>
            <a:ext cx="184731" cy="527709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endParaRPr sz="2829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770FD6-CDBB-BBB2-9A4C-5FB01791D330}"/>
              </a:ext>
            </a:extLst>
          </p:cNvPr>
          <p:cNvSpPr txBox="1"/>
          <p:nvPr/>
        </p:nvSpPr>
        <p:spPr>
          <a:xfrm>
            <a:off x="1574799" y="1440290"/>
            <a:ext cx="42787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>
                <a:latin typeface="Aldhabi" panose="020F0502020204030204" pitchFamily="2" charset="-78"/>
                <a:cs typeface="Aldhabi" panose="020F0502020204030204" pitchFamily="2" charset="-78"/>
              </a:rPr>
              <a:t>Giahuaghn</a:t>
            </a:r>
            <a:r>
              <a:rPr lang="en-US" sz="3600" dirty="0">
                <a:latin typeface="Aldhabi" panose="020F0502020204030204" pitchFamily="2" charset="-78"/>
                <a:cs typeface="Aldhabi" panose="020F0502020204030204" pitchFamily="2" charset="-78"/>
              </a:rPr>
              <a:t> </a:t>
            </a:r>
            <a:r>
              <a:rPr lang="en-US" sz="3600" dirty="0" err="1">
                <a:latin typeface="Aldhabi" panose="020F0502020204030204" pitchFamily="2" charset="-78"/>
                <a:cs typeface="Aldhabi" panose="020F0502020204030204" pitchFamily="2" charset="-78"/>
              </a:rPr>
              <a:t>Nuamor</a:t>
            </a:r>
            <a:r>
              <a:rPr lang="en-US" sz="3600" dirty="0">
                <a:latin typeface="Aldhabi" panose="020F0502020204030204" pitchFamily="2" charset="-78"/>
                <a:cs typeface="Aldhabi" panose="020F0502020204030204" pitchFamily="2" charset="-78"/>
              </a:rPr>
              <a:t>, </a:t>
            </a:r>
            <a:r>
              <a:rPr lang="en-US" sz="3600" dirty="0" err="1">
                <a:latin typeface="Aldhabi" panose="020F0502020204030204" pitchFamily="2" charset="-78"/>
                <a:cs typeface="Aldhabi" panose="020F0502020204030204" pitchFamily="2" charset="-78"/>
              </a:rPr>
              <a:t>Deathstealer</a:t>
            </a:r>
            <a:endParaRPr lang="en-US" sz="3600" dirty="0">
              <a:latin typeface="Aldhabi" panose="020F0502020204030204" pitchFamily="2" charset="-78"/>
              <a:cs typeface="Aldhabi" panose="020F0502020204030204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980A52-8B19-9B23-6EFD-ACB89D1546B8}"/>
              </a:ext>
            </a:extLst>
          </p:cNvPr>
          <p:cNvSpPr txBox="1"/>
          <p:nvPr/>
        </p:nvSpPr>
        <p:spPr>
          <a:xfrm>
            <a:off x="1574799" y="2432033"/>
            <a:ext cx="4622802" cy="6124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800" dirty="0">
                <a:latin typeface="Aldhabi" panose="020F0502020204030204" pitchFamily="2" charset="-78"/>
                <a:cs typeface="Aldhabi" panose="020F0502020204030204" pitchFamily="2" charset="-78"/>
              </a:rPr>
              <a:t>You immediately gain 2 levels.</a:t>
            </a:r>
          </a:p>
          <a:p>
            <a:pPr algn="just"/>
            <a:endParaRPr lang="en-US" sz="2800" dirty="0">
              <a:latin typeface="Aldhabi" panose="020F0502020204030204" pitchFamily="2" charset="-78"/>
              <a:cs typeface="Aldhabi" panose="020F0502020204030204" pitchFamily="2" charset="-78"/>
            </a:endParaRPr>
          </a:p>
          <a:p>
            <a:pPr algn="just"/>
            <a:r>
              <a:rPr lang="en-US" sz="2800" dirty="0">
                <a:latin typeface="Aldhabi" panose="020F0502020204030204" pitchFamily="2" charset="-78"/>
                <a:cs typeface="Aldhabi" panose="020F0502020204030204" pitchFamily="2" charset="-78"/>
              </a:rPr>
              <a:t>For 24 hours you gain the following effects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ldhabi" panose="020F0502020204030204" pitchFamily="2" charset="-78"/>
                <a:cs typeface="Aldhabi" panose="020F0502020204030204" pitchFamily="2" charset="-78"/>
              </a:rPr>
              <a:t>You gain 50 temporary hit points.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ldhabi" panose="020F0502020204030204" pitchFamily="2" charset="-78"/>
                <a:cs typeface="Aldhabi" panose="020F0502020204030204" pitchFamily="2" charset="-78"/>
              </a:rPr>
              <a:t>You gain 10ft to your walking speed.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ldhabi" panose="020F0502020204030204" pitchFamily="2" charset="-78"/>
                <a:cs typeface="Aldhabi" panose="020F0502020204030204" pitchFamily="2" charset="-78"/>
              </a:rPr>
              <a:t>You ignore plant-based difficult terrain.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800" i="1" dirty="0" err="1">
                <a:latin typeface="Aldhabi" panose="020F0502020204030204" pitchFamily="2" charset="-78"/>
                <a:cs typeface="Aldhabi" panose="020F0502020204030204" pitchFamily="2" charset="-78"/>
              </a:rPr>
              <a:t>Skinsplinterers</a:t>
            </a:r>
            <a:r>
              <a:rPr lang="en-US" sz="2800" dirty="0">
                <a:latin typeface="Aldhabi" panose="020F0502020204030204" pitchFamily="2" charset="-78"/>
                <a:cs typeface="Aldhabi" panose="020F0502020204030204" pitchFamily="2" charset="-78"/>
              </a:rPr>
              <a:t> are vulnerable to your attack damage.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800" i="1" dirty="0" err="1">
                <a:latin typeface="Aldhabi" panose="020F0502020204030204" pitchFamily="2" charset="-78"/>
                <a:cs typeface="Aldhabi" panose="020F0502020204030204" pitchFamily="2" charset="-78"/>
              </a:rPr>
              <a:t>Skinsplinterers</a:t>
            </a:r>
            <a:r>
              <a:rPr lang="en-US" sz="2800" dirty="0">
                <a:latin typeface="Aldhabi" panose="020F0502020204030204" pitchFamily="2" charset="-78"/>
                <a:cs typeface="Aldhabi" panose="020F0502020204030204" pitchFamily="2" charset="-78"/>
              </a:rPr>
              <a:t> have disadvantage on saving throws against your spells.</a:t>
            </a:r>
          </a:p>
          <a:p>
            <a:pPr algn="just"/>
            <a:endParaRPr lang="en-US" sz="2800" dirty="0">
              <a:latin typeface="Aldhabi" panose="020F0502020204030204" pitchFamily="2" charset="-78"/>
              <a:cs typeface="Aldhabi" panose="020F0502020204030204" pitchFamily="2" charset="-78"/>
            </a:endParaRPr>
          </a:p>
          <a:p>
            <a:pPr algn="just"/>
            <a:r>
              <a:rPr lang="en-US" sz="2800" dirty="0">
                <a:latin typeface="Aldhabi" panose="020F0502020204030204" pitchFamily="2" charset="-78"/>
                <a:cs typeface="Aldhabi" panose="020F0502020204030204" pitchFamily="2" charset="-78"/>
              </a:rPr>
              <a:t>Additionally, you may cast the spell</a:t>
            </a:r>
            <a:br>
              <a:rPr lang="en-US" sz="2800" dirty="0">
                <a:latin typeface="Aldhabi" panose="020F0502020204030204" pitchFamily="2" charset="-78"/>
                <a:cs typeface="Aldhabi" panose="020F0502020204030204" pitchFamily="2" charset="-78"/>
              </a:rPr>
            </a:br>
            <a:r>
              <a:rPr lang="en-US" sz="2800" dirty="0">
                <a:latin typeface="Aldhabi" panose="020F0502020204030204" pitchFamily="2" charset="-78"/>
                <a:cs typeface="Aldhabi" panose="020F0502020204030204" pitchFamily="2" charset="-78"/>
              </a:rPr>
              <a:t> </a:t>
            </a:r>
            <a:r>
              <a:rPr lang="en-US" sz="2800" i="1" dirty="0">
                <a:latin typeface="Aldhabi" panose="020F0502020204030204" pitchFamily="2" charset="-78"/>
                <a:cs typeface="Aldhabi" panose="020F0502020204030204" pitchFamily="2" charset="-78"/>
              </a:rPr>
              <a:t>True Resurrection </a:t>
            </a:r>
            <a:r>
              <a:rPr lang="en-US" sz="2800" dirty="0">
                <a:latin typeface="Aldhabi" panose="020F0502020204030204" pitchFamily="2" charset="-78"/>
                <a:cs typeface="Aldhabi" panose="020F0502020204030204" pitchFamily="2" charset="-78"/>
              </a:rPr>
              <a:t>once without a spell slot or material components.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himmer_spell_card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915" y="0"/>
            <a:ext cx="7184571" cy="10058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15876" y="1235747"/>
            <a:ext cx="184731" cy="527709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endParaRPr sz="2829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27183E-DF1C-49AE-A54D-04408308903D}"/>
              </a:ext>
            </a:extLst>
          </p:cNvPr>
          <p:cNvSpPr txBox="1"/>
          <p:nvPr/>
        </p:nvSpPr>
        <p:spPr>
          <a:xfrm>
            <a:off x="1574799" y="1440290"/>
            <a:ext cx="39773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Aldhabi" panose="020F0502020204030204" pitchFamily="2" charset="-78"/>
                <a:cs typeface="Aldhabi" panose="020F0502020204030204" pitchFamily="2" charset="-78"/>
              </a:rPr>
              <a:t>Rivka, Scion of Frost and Wood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20F595C-E242-7DBD-FB64-E5F650F57B1C}"/>
              </a:ext>
            </a:extLst>
          </p:cNvPr>
          <p:cNvSpPr txBox="1"/>
          <p:nvPr/>
        </p:nvSpPr>
        <p:spPr>
          <a:xfrm>
            <a:off x="1574799" y="2432033"/>
            <a:ext cx="4622802" cy="6124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800" dirty="0">
                <a:latin typeface="Aldhabi" panose="020F0502020204030204" pitchFamily="2" charset="-78"/>
                <a:cs typeface="Aldhabi" panose="020F0502020204030204" pitchFamily="2" charset="-78"/>
              </a:rPr>
              <a:t>You immediately gain 2 levels.</a:t>
            </a:r>
          </a:p>
          <a:p>
            <a:pPr algn="just"/>
            <a:endParaRPr lang="en-US" sz="2800" dirty="0">
              <a:latin typeface="Aldhabi" panose="020F0502020204030204" pitchFamily="2" charset="-78"/>
              <a:cs typeface="Aldhabi" panose="020F0502020204030204" pitchFamily="2" charset="-78"/>
            </a:endParaRPr>
          </a:p>
          <a:p>
            <a:pPr algn="just"/>
            <a:r>
              <a:rPr lang="en-US" sz="2800" dirty="0">
                <a:latin typeface="Aldhabi" panose="020F0502020204030204" pitchFamily="2" charset="-78"/>
                <a:cs typeface="Aldhabi" panose="020F0502020204030204" pitchFamily="2" charset="-78"/>
              </a:rPr>
              <a:t>For 24 hours you gain the following effects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ldhabi" panose="020F0502020204030204" pitchFamily="2" charset="-78"/>
                <a:cs typeface="Aldhabi" panose="020F0502020204030204" pitchFamily="2" charset="-78"/>
              </a:rPr>
              <a:t>You gain 50 temporary hit points.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ldhabi" panose="020F0502020204030204" pitchFamily="2" charset="-78"/>
                <a:cs typeface="Aldhabi" panose="020F0502020204030204" pitchFamily="2" charset="-78"/>
              </a:rPr>
              <a:t>You gain 10ft to your walking speed.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ldhabi" panose="020F0502020204030204" pitchFamily="2" charset="-78"/>
                <a:cs typeface="Aldhabi" panose="020F0502020204030204" pitchFamily="2" charset="-78"/>
              </a:rPr>
              <a:t>You ignore plant-based difficult terrain.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800" i="1" dirty="0" err="1">
                <a:latin typeface="Aldhabi" panose="020F0502020204030204" pitchFamily="2" charset="-78"/>
                <a:cs typeface="Aldhabi" panose="020F0502020204030204" pitchFamily="2" charset="-78"/>
              </a:rPr>
              <a:t>Skinsplinterers</a:t>
            </a:r>
            <a:r>
              <a:rPr lang="en-US" sz="2800" dirty="0">
                <a:latin typeface="Aldhabi" panose="020F0502020204030204" pitchFamily="2" charset="-78"/>
                <a:cs typeface="Aldhabi" panose="020F0502020204030204" pitchFamily="2" charset="-78"/>
              </a:rPr>
              <a:t> are vulnerable to your attack damage.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800" i="1" dirty="0" err="1">
                <a:latin typeface="Aldhabi" panose="020F0502020204030204" pitchFamily="2" charset="-78"/>
                <a:cs typeface="Aldhabi" panose="020F0502020204030204" pitchFamily="2" charset="-78"/>
              </a:rPr>
              <a:t>Skinsplinterers</a:t>
            </a:r>
            <a:r>
              <a:rPr lang="en-US" sz="2800" dirty="0">
                <a:latin typeface="Aldhabi" panose="020F0502020204030204" pitchFamily="2" charset="-78"/>
                <a:cs typeface="Aldhabi" panose="020F0502020204030204" pitchFamily="2" charset="-78"/>
              </a:rPr>
              <a:t> have disadvantage on saving throws against your spells.</a:t>
            </a:r>
          </a:p>
          <a:p>
            <a:pPr algn="just"/>
            <a:endParaRPr lang="en-US" sz="2800" dirty="0">
              <a:latin typeface="Aldhabi" panose="020F0502020204030204" pitchFamily="2" charset="-78"/>
              <a:cs typeface="Aldhabi" panose="020F0502020204030204" pitchFamily="2" charset="-78"/>
            </a:endParaRPr>
          </a:p>
          <a:p>
            <a:pPr algn="just"/>
            <a:r>
              <a:rPr lang="en-US" sz="2800" dirty="0">
                <a:latin typeface="Aldhabi" panose="020F0502020204030204" pitchFamily="2" charset="-78"/>
                <a:cs typeface="Aldhabi" panose="020F0502020204030204" pitchFamily="2" charset="-78"/>
              </a:rPr>
              <a:t>Additionally, you may cast the spell </a:t>
            </a:r>
            <a:r>
              <a:rPr lang="en-US" sz="2800" i="1" dirty="0" err="1">
                <a:latin typeface="Aldhabi" panose="020F0502020204030204" pitchFamily="2" charset="-78"/>
                <a:cs typeface="Aldhabi" panose="020F0502020204030204" pitchFamily="2" charset="-78"/>
              </a:rPr>
              <a:t>Shapechange</a:t>
            </a:r>
            <a:r>
              <a:rPr lang="en-US" sz="2800" i="1" dirty="0">
                <a:latin typeface="Aldhabi" panose="020F0502020204030204" pitchFamily="2" charset="-78"/>
                <a:cs typeface="Aldhabi" panose="020F0502020204030204" pitchFamily="2" charset="-78"/>
              </a:rPr>
              <a:t> </a:t>
            </a:r>
            <a:r>
              <a:rPr lang="en-US" sz="2800" dirty="0">
                <a:latin typeface="Aldhabi" panose="020F0502020204030204" pitchFamily="2" charset="-78"/>
                <a:cs typeface="Aldhabi" panose="020F0502020204030204" pitchFamily="2" charset="-78"/>
              </a:rPr>
              <a:t>once without a spell slot or material components.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himmer_spell_card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915" y="0"/>
            <a:ext cx="7184571" cy="10058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15876" y="1235747"/>
            <a:ext cx="184731" cy="527709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endParaRPr sz="2829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B0A112-D641-56F9-B12D-6E6112BF68F1}"/>
              </a:ext>
            </a:extLst>
          </p:cNvPr>
          <p:cNvSpPr txBox="1"/>
          <p:nvPr/>
        </p:nvSpPr>
        <p:spPr>
          <a:xfrm>
            <a:off x="1574799" y="1440290"/>
            <a:ext cx="34628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Aldhabi" panose="020F0502020204030204" pitchFamily="2" charset="-78"/>
                <a:cs typeface="Aldhabi" panose="020F0502020204030204" pitchFamily="2" charset="-78"/>
              </a:rPr>
              <a:t>Lemm No, Prince of Hearts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C81F54-1C71-088A-3039-8B02B9B3D5B4}"/>
              </a:ext>
            </a:extLst>
          </p:cNvPr>
          <p:cNvSpPr txBox="1"/>
          <p:nvPr/>
        </p:nvSpPr>
        <p:spPr>
          <a:xfrm>
            <a:off x="1574799" y="2432033"/>
            <a:ext cx="4622802" cy="6124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800" dirty="0">
                <a:latin typeface="Aldhabi" panose="020F0502020204030204" pitchFamily="2" charset="-78"/>
                <a:cs typeface="Aldhabi" panose="020F0502020204030204" pitchFamily="2" charset="-78"/>
              </a:rPr>
              <a:t>You immediately gain 2 levels.</a:t>
            </a:r>
          </a:p>
          <a:p>
            <a:pPr algn="just"/>
            <a:endParaRPr lang="en-US" sz="2800" dirty="0">
              <a:latin typeface="Aldhabi" panose="020F0502020204030204" pitchFamily="2" charset="-78"/>
              <a:cs typeface="Aldhabi" panose="020F0502020204030204" pitchFamily="2" charset="-78"/>
            </a:endParaRPr>
          </a:p>
          <a:p>
            <a:pPr algn="just"/>
            <a:r>
              <a:rPr lang="en-US" sz="2800" dirty="0">
                <a:latin typeface="Aldhabi" panose="020F0502020204030204" pitchFamily="2" charset="-78"/>
                <a:cs typeface="Aldhabi" panose="020F0502020204030204" pitchFamily="2" charset="-78"/>
              </a:rPr>
              <a:t>For 24 hours you gain the following effects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ldhabi" panose="020F0502020204030204" pitchFamily="2" charset="-78"/>
                <a:cs typeface="Aldhabi" panose="020F0502020204030204" pitchFamily="2" charset="-78"/>
              </a:rPr>
              <a:t>You gain 50 temporary hit points.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ldhabi" panose="020F0502020204030204" pitchFamily="2" charset="-78"/>
                <a:cs typeface="Aldhabi" panose="020F0502020204030204" pitchFamily="2" charset="-78"/>
              </a:rPr>
              <a:t>You gain 10ft to your walking speed.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ldhabi" panose="020F0502020204030204" pitchFamily="2" charset="-78"/>
                <a:cs typeface="Aldhabi" panose="020F0502020204030204" pitchFamily="2" charset="-78"/>
              </a:rPr>
              <a:t>You ignore plant-based difficult terrain.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800" i="1" dirty="0" err="1">
                <a:latin typeface="Aldhabi" panose="020F0502020204030204" pitchFamily="2" charset="-78"/>
                <a:cs typeface="Aldhabi" panose="020F0502020204030204" pitchFamily="2" charset="-78"/>
              </a:rPr>
              <a:t>Skinsplinterers</a:t>
            </a:r>
            <a:r>
              <a:rPr lang="en-US" sz="2800" dirty="0">
                <a:latin typeface="Aldhabi" panose="020F0502020204030204" pitchFamily="2" charset="-78"/>
                <a:cs typeface="Aldhabi" panose="020F0502020204030204" pitchFamily="2" charset="-78"/>
              </a:rPr>
              <a:t> are vulnerable to your attack damage.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800" i="1" dirty="0" err="1">
                <a:latin typeface="Aldhabi" panose="020F0502020204030204" pitchFamily="2" charset="-78"/>
                <a:cs typeface="Aldhabi" panose="020F0502020204030204" pitchFamily="2" charset="-78"/>
              </a:rPr>
              <a:t>Skinsplinterers</a:t>
            </a:r>
            <a:r>
              <a:rPr lang="en-US" sz="2800" dirty="0">
                <a:latin typeface="Aldhabi" panose="020F0502020204030204" pitchFamily="2" charset="-78"/>
                <a:cs typeface="Aldhabi" panose="020F0502020204030204" pitchFamily="2" charset="-78"/>
              </a:rPr>
              <a:t> have disadvantage on saving throws against your spells.</a:t>
            </a:r>
          </a:p>
          <a:p>
            <a:pPr algn="just"/>
            <a:endParaRPr lang="en-US" sz="2800" dirty="0">
              <a:latin typeface="Aldhabi" panose="020F0502020204030204" pitchFamily="2" charset="-78"/>
              <a:cs typeface="Aldhabi" panose="020F0502020204030204" pitchFamily="2" charset="-78"/>
            </a:endParaRPr>
          </a:p>
          <a:p>
            <a:pPr algn="just"/>
            <a:r>
              <a:rPr lang="en-US" sz="2800" dirty="0">
                <a:latin typeface="Aldhabi" panose="020F0502020204030204" pitchFamily="2" charset="-78"/>
                <a:cs typeface="Aldhabi" panose="020F0502020204030204" pitchFamily="2" charset="-78"/>
              </a:rPr>
              <a:t>Additionally, you may cast the spell</a:t>
            </a:r>
            <a:br>
              <a:rPr lang="en-US" sz="2800" dirty="0">
                <a:latin typeface="Aldhabi" panose="020F0502020204030204" pitchFamily="2" charset="-78"/>
                <a:cs typeface="Aldhabi" panose="020F0502020204030204" pitchFamily="2" charset="-78"/>
              </a:rPr>
            </a:br>
            <a:r>
              <a:rPr lang="en-US" sz="2800" dirty="0">
                <a:latin typeface="Aldhabi" panose="020F0502020204030204" pitchFamily="2" charset="-78"/>
                <a:cs typeface="Aldhabi" panose="020F0502020204030204" pitchFamily="2" charset="-78"/>
              </a:rPr>
              <a:t> </a:t>
            </a:r>
            <a:r>
              <a:rPr lang="en-US" sz="2800" i="1" dirty="0">
                <a:latin typeface="Aldhabi" panose="020F0502020204030204" pitchFamily="2" charset="-78"/>
                <a:cs typeface="Aldhabi" panose="020F0502020204030204" pitchFamily="2" charset="-78"/>
              </a:rPr>
              <a:t>True Polymorph </a:t>
            </a:r>
            <a:r>
              <a:rPr lang="en-US" sz="2800" dirty="0">
                <a:latin typeface="Aldhabi" panose="020F0502020204030204" pitchFamily="2" charset="-78"/>
                <a:cs typeface="Aldhabi" panose="020F0502020204030204" pitchFamily="2" charset="-78"/>
              </a:rPr>
              <a:t>once without a spell slot or material components.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10370</TotalTime>
  <Words>382</Words>
  <Application>Microsoft Office PowerPoint</Application>
  <PresentationFormat>Custom</PresentationFormat>
  <Paragraphs>55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Aldhabi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John Bond</dc:creator>
  <cp:lastModifiedBy>Jack Bond</cp:lastModifiedBy>
  <cp:revision>12</cp:revision>
  <cp:lastPrinted>2025-07-02T20:13:04Z</cp:lastPrinted>
  <dcterms:created xsi:type="dcterms:W3CDTF">2023-08-15T22:34:31Z</dcterms:created>
  <dcterms:modified xsi:type="dcterms:W3CDTF">2026-09-22T22:11:45Z</dcterms:modified>
</cp:coreProperties>
</file>