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80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20C1B-68D8-46B5-91D8-A4A4BD152C72}" v="2" dt="2026-09-22T05:37:48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4660"/>
  </p:normalViewPr>
  <p:slideViewPr>
    <p:cSldViewPr snapToGrid="0">
      <p:cViewPr>
        <p:scale>
          <a:sx n="43" d="100"/>
          <a:sy n="43" d="100"/>
        </p:scale>
        <p:origin x="204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9-22T05:39:22.829" v="1789" actId="1076"/>
      <pc:docMkLst>
        <pc:docMk/>
      </pc:docMkLst>
      <pc:sldChg chg="addSp delSp modSp add del mod">
        <pc:chgData name="Jack Bond" userId="d0613b4d9d68792d" providerId="LiveId" clId="{DAEA3D54-AD02-4E1B-A73A-AB467D915B21}" dt="2026-09-22T05:39:22.829" v="1789" actId="1076"/>
        <pc:sldMkLst>
          <pc:docMk/>
          <pc:sldMk cId="3346064594" sldId="274"/>
        </pc:sldMkLst>
        <pc:grpChg chg="del">
          <ac:chgData name="Jack Bond" userId="d0613b4d9d68792d" providerId="LiveId" clId="{DAEA3D54-AD02-4E1B-A73A-AB467D915B21}" dt="2026-09-22T05:33:10.632" v="1771" actId="478"/>
          <ac:grpSpMkLst>
            <pc:docMk/>
            <pc:sldMk cId="3346064594" sldId="274"/>
            <ac:grpSpMk id="13" creationId="{8016A5F0-EADF-970F-704F-8EDE93DCCFB9}"/>
          </ac:grpSpMkLst>
        </pc:grpChg>
        <pc:grpChg chg="del">
          <ac:chgData name="Jack Bond" userId="d0613b4d9d68792d" providerId="LiveId" clId="{DAEA3D54-AD02-4E1B-A73A-AB467D915B21}" dt="2026-09-22T05:33:10.632" v="1771" actId="478"/>
          <ac:grpSpMkLst>
            <pc:docMk/>
            <pc:sldMk cId="3346064594" sldId="274"/>
            <ac:grpSpMk id="19" creationId="{CB4047F2-51E5-56EF-9E5E-582E10A6E209}"/>
          </ac:grpSpMkLst>
        </pc:grpChg>
        <pc:picChg chg="add del mod">
          <ac:chgData name="Jack Bond" userId="d0613b4d9d68792d" providerId="LiveId" clId="{DAEA3D54-AD02-4E1B-A73A-AB467D915B21}" dt="2026-09-22T05:36:59.132" v="1775" actId="478"/>
          <ac:picMkLst>
            <pc:docMk/>
            <pc:sldMk cId="3346064594" sldId="274"/>
            <ac:picMk id="9" creationId="{48598479-3520-64BA-60A0-4D6897BCBF1C}"/>
          </ac:picMkLst>
        </pc:picChg>
        <pc:picChg chg="add del mod">
          <ac:chgData name="Jack Bond" userId="d0613b4d9d68792d" providerId="LiveId" clId="{DAEA3D54-AD02-4E1B-A73A-AB467D915B21}" dt="2026-09-22T05:37:42.303" v="1781" actId="478"/>
          <ac:picMkLst>
            <pc:docMk/>
            <pc:sldMk cId="3346064594" sldId="274"/>
            <ac:picMk id="11" creationId="{128F4F1C-9CFE-3E44-F76D-BCDD4CD40639}"/>
          </ac:picMkLst>
        </pc:picChg>
        <pc:picChg chg="add mod">
          <ac:chgData name="Jack Bond" userId="d0613b4d9d68792d" providerId="LiveId" clId="{DAEA3D54-AD02-4E1B-A73A-AB467D915B21}" dt="2026-09-22T05:37:38.816" v="1780" actId="1076"/>
          <ac:picMkLst>
            <pc:docMk/>
            <pc:sldMk cId="3346064594" sldId="274"/>
            <ac:picMk id="15" creationId="{54E72185-DA88-8253-7993-EF5053998A21}"/>
          </ac:picMkLst>
        </pc:picChg>
        <pc:picChg chg="add mod">
          <ac:chgData name="Jack Bond" userId="d0613b4d9d68792d" providerId="LiveId" clId="{DAEA3D54-AD02-4E1B-A73A-AB467D915B21}" dt="2026-09-22T05:37:45.336" v="1782" actId="571"/>
          <ac:picMkLst>
            <pc:docMk/>
            <pc:sldMk cId="3346064594" sldId="274"/>
            <ac:picMk id="18" creationId="{1FA645DC-63BD-E69C-AC05-00E3972A0D28}"/>
          </ac:picMkLst>
        </pc:picChg>
        <pc:picChg chg="add mod">
          <ac:chgData name="Jack Bond" userId="d0613b4d9d68792d" providerId="LiveId" clId="{DAEA3D54-AD02-4E1B-A73A-AB467D915B21}" dt="2026-09-22T05:39:22.829" v="1789" actId="1076"/>
          <ac:picMkLst>
            <pc:docMk/>
            <pc:sldMk cId="3346064594" sldId="274"/>
            <ac:picMk id="20" creationId="{8F5D811C-7C3D-630C-24F1-48364A50478F}"/>
          </ac:picMkLst>
        </pc:picChg>
        <pc:picChg chg="add mod">
          <ac:chgData name="Jack Bond" userId="d0613b4d9d68792d" providerId="LiveId" clId="{DAEA3D54-AD02-4E1B-A73A-AB467D915B21}" dt="2026-09-22T05:39:22.829" v="1789" actId="1076"/>
          <ac:picMkLst>
            <pc:docMk/>
            <pc:sldMk cId="3346064594" sldId="274"/>
            <ac:picMk id="22" creationId="{D5102B8A-FD5A-94C3-5FC5-252C32BA283C}"/>
          </ac:picMkLst>
        </pc:picChg>
        <pc:picChg chg="add del mod">
          <ac:chgData name="Jack Bond" userId="d0613b4d9d68792d" providerId="LiveId" clId="{DAEA3D54-AD02-4E1B-A73A-AB467D915B21}" dt="2026-09-22T05:37:42.303" v="1781" actId="478"/>
          <ac:picMkLst>
            <pc:docMk/>
            <pc:sldMk cId="3346064594" sldId="274"/>
            <ac:picMk id="23" creationId="{102F7DB5-2B2A-1649-973C-C286A7BC824D}"/>
          </ac:picMkLst>
        </pc:picChg>
      </pc:sldChg>
      <pc:sldChg chg="addSp delSp modSp add del mod">
        <pc:chgData name="Jack Bond" userId="d0613b4d9d68792d" providerId="LiveId" clId="{DAEA3D54-AD02-4E1B-A73A-AB467D915B21}" dt="2026-09-22T05:33:08.043" v="1770" actId="47"/>
        <pc:sldMkLst>
          <pc:docMk/>
          <pc:sldMk cId="1370564945" sldId="279"/>
        </pc:sldMkLst>
      </pc:sldChg>
      <pc:sldChg chg="addSp delSp modSp new mod">
        <pc:chgData name="Jack Bond" userId="d0613b4d9d68792d" providerId="LiveId" clId="{DAEA3D54-AD02-4E1B-A73A-AB467D915B21}" dt="2026-09-22T05:32:49.858" v="1769" actId="14100"/>
        <pc:sldMkLst>
          <pc:docMk/>
          <pc:sldMk cId="3253799267" sldId="280"/>
        </pc:sldMkLst>
        <pc:picChg chg="add del">
          <ac:chgData name="Jack Bond" userId="d0613b4d9d68792d" providerId="LiveId" clId="{DAEA3D54-AD02-4E1B-A73A-AB467D915B21}" dt="2026-09-22T05:32:34.807" v="1765" actId="478"/>
          <ac:picMkLst>
            <pc:docMk/>
            <pc:sldMk cId="3253799267" sldId="280"/>
            <ac:picMk id="3" creationId="{A68A5E9C-2019-F6EA-A2FC-B9C2C58BC0D1}"/>
          </ac:picMkLst>
        </pc:picChg>
        <pc:picChg chg="add del">
          <ac:chgData name="Jack Bond" userId="d0613b4d9d68792d" providerId="LiveId" clId="{DAEA3D54-AD02-4E1B-A73A-AB467D915B21}" dt="2026-09-22T05:32:30.447" v="1762" actId="22"/>
          <ac:picMkLst>
            <pc:docMk/>
            <pc:sldMk cId="3253799267" sldId="280"/>
            <ac:picMk id="5" creationId="{8E75323A-FC69-1910-CBAF-D1BDC3358A92}"/>
          </ac:picMkLst>
        </pc:picChg>
        <pc:picChg chg="add mod">
          <ac:chgData name="Jack Bond" userId="d0613b4d9d68792d" providerId="LiveId" clId="{DAEA3D54-AD02-4E1B-A73A-AB467D915B21}" dt="2026-09-22T05:32:49.858" v="1769" actId="14100"/>
          <ac:picMkLst>
            <pc:docMk/>
            <pc:sldMk cId="3253799267" sldId="280"/>
            <ac:picMk id="7" creationId="{6A88A0EA-111D-8816-993C-82AF84AD0B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4E72185-DA88-8253-7993-EF5053998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5020302"/>
            <a:ext cx="3592286" cy="50380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FA645DC-63BD-E69C-AC05-00E3972A0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0302"/>
            <a:ext cx="3592286" cy="50380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F5D811C-7C3D-630C-24F1-48364A504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90488"/>
            <a:ext cx="3592286" cy="503809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5102B8A-FD5A-94C3-5FC5-252C32BA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90488"/>
            <a:ext cx="3592286" cy="503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88A0EA-111D-8816-993C-82AF84AD0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28600"/>
            <a:ext cx="6400802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99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10344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2026-09-22T05:39:26Z</dcterms:modified>
</cp:coreProperties>
</file>