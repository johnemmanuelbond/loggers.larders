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C73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FC7A65-374D-418C-8C68-F2DE7A6E667B}" v="10" dt="2026-02-24T22:06:49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08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ond" userId="d0613b4d9d68792d" providerId="LiveId" clId="{DAEA3D54-AD02-4E1B-A73A-AB467D915B21}"/>
    <pc:docChg chg="undo custSel addSld delSld modSld sldOrd">
      <pc:chgData name="Jack Bond" userId="d0613b4d9d68792d" providerId="LiveId" clId="{DAEA3D54-AD02-4E1B-A73A-AB467D915B21}" dt="2026-02-24T22:17:35.613" v="971" actId="478"/>
      <pc:docMkLst>
        <pc:docMk/>
      </pc:docMkLst>
      <pc:sldChg chg="addSp delSp modSp add del mod">
        <pc:chgData name="Jack Bond" userId="d0613b4d9d68792d" providerId="LiveId" clId="{DAEA3D54-AD02-4E1B-A73A-AB467D915B21}" dt="2026-02-24T22:17:35.613" v="971" actId="478"/>
        <pc:sldMkLst>
          <pc:docMk/>
          <pc:sldMk cId="3346064594" sldId="274"/>
        </pc:sldMkLst>
        <pc:grpChg chg="add mod">
          <ac:chgData name="Jack Bond" userId="d0613b4d9d68792d" providerId="LiveId" clId="{DAEA3D54-AD02-4E1B-A73A-AB467D915B21}" dt="2026-02-24T22:07:11.036" v="964" actId="1076"/>
          <ac:grpSpMkLst>
            <pc:docMk/>
            <pc:sldMk cId="3346064594" sldId="274"/>
            <ac:grpSpMk id="18" creationId="{90F54402-AE6C-412A-1C56-A5877DD76B54}"/>
          </ac:grpSpMkLst>
        </pc:grpChg>
        <pc:grpChg chg="add mod">
          <ac:chgData name="Jack Bond" userId="d0613b4d9d68792d" providerId="LiveId" clId="{DAEA3D54-AD02-4E1B-A73A-AB467D915B21}" dt="2026-02-24T22:07:08.787" v="963" actId="1076"/>
          <ac:grpSpMkLst>
            <pc:docMk/>
            <pc:sldMk cId="3346064594" sldId="274"/>
            <ac:grpSpMk id="19" creationId="{CB4047F2-51E5-56EF-9E5E-582E10A6E209}"/>
          </ac:grpSpMkLst>
        </pc:grpChg>
        <pc:picChg chg="del">
          <ac:chgData name="Jack Bond" userId="d0613b4d9d68792d" providerId="LiveId" clId="{DAEA3D54-AD02-4E1B-A73A-AB467D915B21}" dt="2026-02-24T21:51:51.588" v="892" actId="478"/>
          <ac:picMkLst>
            <pc:docMk/>
            <pc:sldMk cId="3346064594" sldId="274"/>
            <ac:picMk id="3" creationId="{C007EAC6-ADEF-B296-A4BA-AD4323C8C241}"/>
          </ac:picMkLst>
        </pc:picChg>
        <pc:picChg chg="add del mod ord">
          <ac:chgData name="Jack Bond" userId="d0613b4d9d68792d" providerId="LiveId" clId="{DAEA3D54-AD02-4E1B-A73A-AB467D915B21}" dt="2026-02-24T21:41:27.157" v="888" actId="478"/>
          <ac:picMkLst>
            <pc:docMk/>
            <pc:sldMk cId="3346064594" sldId="274"/>
            <ac:picMk id="4" creationId="{356754AD-81FA-0DBB-0171-81145E660271}"/>
          </ac:picMkLst>
        </pc:picChg>
        <pc:picChg chg="add mod ord">
          <ac:chgData name="Jack Bond" userId="d0613b4d9d68792d" providerId="LiveId" clId="{DAEA3D54-AD02-4E1B-A73A-AB467D915B21}" dt="2026-02-24T21:41:25.608" v="887" actId="167"/>
          <ac:picMkLst>
            <pc:docMk/>
            <pc:sldMk cId="3346064594" sldId="274"/>
            <ac:picMk id="6" creationId="{F246B52B-BFC4-3378-DA0F-94C2A76D8741}"/>
          </ac:picMkLst>
        </pc:picChg>
        <pc:picChg chg="del">
          <ac:chgData name="Jack Bond" userId="d0613b4d9d68792d" providerId="LiveId" clId="{DAEA3D54-AD02-4E1B-A73A-AB467D915B21}" dt="2026-02-24T21:36:03.628" v="881" actId="478"/>
          <ac:picMkLst>
            <pc:docMk/>
            <pc:sldMk cId="3346064594" sldId="274"/>
            <ac:picMk id="7" creationId="{DB0628EC-8F7C-9B07-3C09-A06AAD1A33F1}"/>
          </ac:picMkLst>
        </pc:picChg>
        <pc:picChg chg="add mod ord">
          <ac:chgData name="Jack Bond" userId="d0613b4d9d68792d" providerId="LiveId" clId="{DAEA3D54-AD02-4E1B-A73A-AB467D915B21}" dt="2026-02-24T21:51:56.424" v="895" actId="167"/>
          <ac:picMkLst>
            <pc:docMk/>
            <pc:sldMk cId="3346064594" sldId="274"/>
            <ac:picMk id="9" creationId="{A5618EDC-4FE9-49B6-26FC-8479AA823BFC}"/>
          </ac:picMkLst>
        </pc:picChg>
        <pc:picChg chg="add mod modCrop">
          <ac:chgData name="Jack Bond" userId="d0613b4d9d68792d" providerId="LiveId" clId="{DAEA3D54-AD02-4E1B-A73A-AB467D915B21}" dt="2026-02-24T22:06:25.501" v="945" actId="1076"/>
          <ac:picMkLst>
            <pc:docMk/>
            <pc:sldMk cId="3346064594" sldId="274"/>
            <ac:picMk id="11" creationId="{C429A59C-BD3D-1FD0-B26E-B27DF2CB762D}"/>
          </ac:picMkLst>
        </pc:picChg>
        <pc:picChg chg="del">
          <ac:chgData name="Jack Bond" userId="d0613b4d9d68792d" providerId="LiveId" clId="{DAEA3D54-AD02-4E1B-A73A-AB467D915B21}" dt="2026-02-24T21:51:51.588" v="892" actId="478"/>
          <ac:picMkLst>
            <pc:docMk/>
            <pc:sldMk cId="3346064594" sldId="274"/>
            <ac:picMk id="12" creationId="{EA8D9935-1CEF-C3A4-2CB2-B14F6519AA2E}"/>
          </ac:picMkLst>
        </pc:picChg>
        <pc:picChg chg="add del mod">
          <ac:chgData name="Jack Bond" userId="d0613b4d9d68792d" providerId="LiveId" clId="{DAEA3D54-AD02-4E1B-A73A-AB467D915B21}" dt="2026-02-24T21:59:12.367" v="909" actId="478"/>
          <ac:picMkLst>
            <pc:docMk/>
            <pc:sldMk cId="3346064594" sldId="274"/>
            <ac:picMk id="13" creationId="{17139790-CEB6-A69A-34E9-8C4B8FC1DEFC}"/>
          </ac:picMkLst>
        </pc:picChg>
        <pc:picChg chg="add mod">
          <ac:chgData name="Jack Bond" userId="d0613b4d9d68792d" providerId="LiveId" clId="{DAEA3D54-AD02-4E1B-A73A-AB467D915B21}" dt="2026-02-24T22:06:06.801" v="939" actId="164"/>
          <ac:picMkLst>
            <pc:docMk/>
            <pc:sldMk cId="3346064594" sldId="274"/>
            <ac:picMk id="14" creationId="{F18485BB-245F-FA8A-CEEE-D87F061C67C4}"/>
          </ac:picMkLst>
        </pc:picChg>
        <pc:picChg chg="add mod modCrop">
          <ac:chgData name="Jack Bond" userId="d0613b4d9d68792d" providerId="LiveId" clId="{DAEA3D54-AD02-4E1B-A73A-AB467D915B21}" dt="2026-02-24T22:06:09.842" v="940" actId="164"/>
          <ac:picMkLst>
            <pc:docMk/>
            <pc:sldMk cId="3346064594" sldId="274"/>
            <ac:picMk id="16" creationId="{41166FDD-29D7-5E40-ACBA-6734AD3D30F7}"/>
          </ac:picMkLst>
        </pc:picChg>
        <pc:picChg chg="add mod">
          <ac:chgData name="Jack Bond" userId="d0613b4d9d68792d" providerId="LiveId" clId="{DAEA3D54-AD02-4E1B-A73A-AB467D915B21}" dt="2026-02-24T22:06:20.243" v="943" actId="1076"/>
          <ac:picMkLst>
            <pc:docMk/>
            <pc:sldMk cId="3346064594" sldId="274"/>
            <ac:picMk id="17" creationId="{D47FBA39-193F-5C78-2C08-83EF25FB0634}"/>
          </ac:picMkLst>
        </pc:picChg>
        <pc:picChg chg="del">
          <ac:chgData name="Jack Bond" userId="d0613b4d9d68792d" providerId="LiveId" clId="{DAEA3D54-AD02-4E1B-A73A-AB467D915B21}" dt="2026-02-24T21:51:57.893" v="896" actId="478"/>
          <ac:picMkLst>
            <pc:docMk/>
            <pc:sldMk cId="3346064594" sldId="274"/>
            <ac:picMk id="20" creationId="{1B3800D7-D05F-1F8E-7A3E-0C49B3B517FD}"/>
          </ac:picMkLst>
        </pc:picChg>
        <pc:picChg chg="add del mod">
          <ac:chgData name="Jack Bond" userId="d0613b4d9d68792d" providerId="LiveId" clId="{DAEA3D54-AD02-4E1B-A73A-AB467D915B21}" dt="2026-02-24T22:17:35.613" v="971" actId="478"/>
          <ac:picMkLst>
            <pc:docMk/>
            <pc:sldMk cId="3346064594" sldId="274"/>
            <ac:picMk id="21" creationId="{DEFE928F-4B02-EE5D-97DD-DDF7DDE6837B}"/>
          </ac:picMkLst>
        </pc:picChg>
        <pc:picChg chg="del">
          <ac:chgData name="Jack Bond" userId="d0613b4d9d68792d" providerId="LiveId" clId="{DAEA3D54-AD02-4E1B-A73A-AB467D915B21}" dt="2026-02-24T21:51:51.588" v="892" actId="478"/>
          <ac:picMkLst>
            <pc:docMk/>
            <pc:sldMk cId="3346064594" sldId="274"/>
            <ac:picMk id="22" creationId="{AC6676AA-4E38-DA56-9001-F8B07B8F9ED1}"/>
          </ac:picMkLst>
        </pc:picChg>
        <pc:picChg chg="del">
          <ac:chgData name="Jack Bond" userId="d0613b4d9d68792d" providerId="LiveId" clId="{DAEA3D54-AD02-4E1B-A73A-AB467D915B21}" dt="2026-02-24T21:51:51.588" v="892" actId="478"/>
          <ac:picMkLst>
            <pc:docMk/>
            <pc:sldMk cId="3346064594" sldId="274"/>
            <ac:picMk id="23" creationId="{0F476E08-2CA2-8817-86EB-A4F392CA124F}"/>
          </ac:picMkLst>
        </pc:picChg>
        <pc:picChg chg="del">
          <ac:chgData name="Jack Bond" userId="d0613b4d9d68792d" providerId="LiveId" clId="{DAEA3D54-AD02-4E1B-A73A-AB467D915B21}" dt="2026-02-24T21:51:51.588" v="892" actId="478"/>
          <ac:picMkLst>
            <pc:docMk/>
            <pc:sldMk cId="3346064594" sldId="274"/>
            <ac:picMk id="24" creationId="{77F7ECA1-98F8-0519-D9A9-A31EA64BB926}"/>
          </ac:picMkLst>
        </pc:picChg>
        <pc:picChg chg="add mod ord">
          <ac:chgData name="Jack Bond" userId="d0613b4d9d68792d" providerId="LiveId" clId="{DAEA3D54-AD02-4E1B-A73A-AB467D915B21}" dt="2026-02-24T22:17:33.900" v="970" actId="167"/>
          <ac:picMkLst>
            <pc:docMk/>
            <pc:sldMk cId="3346064594" sldId="274"/>
            <ac:picMk id="26" creationId="{C23B1C9A-4F7D-7564-6FCC-4C38DBFDD79F}"/>
          </ac:picMkLst>
        </pc:picChg>
        <pc:picChg chg="del">
          <ac:chgData name="Jack Bond" userId="d0613b4d9d68792d" providerId="LiveId" clId="{DAEA3D54-AD02-4E1B-A73A-AB467D915B21}" dt="2026-02-24T21:51:52.019" v="893" actId="478"/>
          <ac:picMkLst>
            <pc:docMk/>
            <pc:sldMk cId="3346064594" sldId="274"/>
            <ac:picMk id="1026" creationId="{64F06BE1-71F3-D2A2-1B7B-A8EFBD13E3DA}"/>
          </ac:picMkLst>
        </pc:picChg>
        <pc:picChg chg="del">
          <ac:chgData name="Jack Bond" userId="d0613b4d9d68792d" providerId="LiveId" clId="{DAEA3D54-AD02-4E1B-A73A-AB467D915B21}" dt="2026-02-24T21:51:51.588" v="892" actId="478"/>
          <ac:picMkLst>
            <pc:docMk/>
            <pc:sldMk cId="3346064594" sldId="274"/>
            <ac:picMk id="2052" creationId="{23AFB5C5-3F35-B702-75C0-82AAD2036857}"/>
          </ac:picMkLst>
        </pc:picChg>
        <pc:picChg chg="del">
          <ac:chgData name="Jack Bond" userId="d0613b4d9d68792d" providerId="LiveId" clId="{DAEA3D54-AD02-4E1B-A73A-AB467D915B21}" dt="2026-02-24T21:51:51.588" v="892" actId="478"/>
          <ac:picMkLst>
            <pc:docMk/>
            <pc:sldMk cId="3346064594" sldId="274"/>
            <ac:picMk id="2054" creationId="{BEF5A615-1BBA-3398-5454-F86C340AA0C9}"/>
          </ac:picMkLst>
        </pc:picChg>
      </pc:sldChg>
      <pc:sldChg chg="addSp delSp modSp new del mod ord">
        <pc:chgData name="Jack Bond" userId="d0613b4d9d68792d" providerId="LiveId" clId="{DAEA3D54-AD02-4E1B-A73A-AB467D915B21}" dt="2026-02-24T21:27:55.739" v="875" actId="47"/>
        <pc:sldMkLst>
          <pc:docMk/>
          <pc:sldMk cId="138426681" sldId="276"/>
        </pc:sldMkLst>
      </pc:sldChg>
      <pc:sldChg chg="addSp delSp modSp new del mod">
        <pc:chgData name="Jack Bond" userId="d0613b4d9d68792d" providerId="LiveId" clId="{DAEA3D54-AD02-4E1B-A73A-AB467D915B21}" dt="2026-02-24T21:27:55.739" v="875" actId="47"/>
        <pc:sldMkLst>
          <pc:docMk/>
          <pc:sldMk cId="2330193475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C23B1C9A-4F7D-7564-6FCC-4C38DBFDD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4" y="5029200"/>
            <a:ext cx="3592286" cy="5029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618EDC-4FE9-49B6-26FC-8479AA823B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5029200"/>
            <a:ext cx="3592286" cy="5029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46B52B-BFC4-3378-DA0F-94C2A76D87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0"/>
            <a:ext cx="3592286" cy="50292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0F54402-AE6C-412A-1C56-A5877DD76B54}"/>
              </a:ext>
            </a:extLst>
          </p:cNvPr>
          <p:cNvGrpSpPr/>
          <p:nvPr/>
        </p:nvGrpSpPr>
        <p:grpSpPr>
          <a:xfrm rot="5400000">
            <a:off x="1537745" y="3068676"/>
            <a:ext cx="1104624" cy="2487086"/>
            <a:chOff x="293914" y="5029200"/>
            <a:chExt cx="1104624" cy="248708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429A59C-BD3D-1FD0-B26E-B27DF2CB7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26" b="6012"/>
            <a:stretch>
              <a:fillRect/>
            </a:stretch>
          </p:blipFill>
          <p:spPr>
            <a:xfrm>
              <a:off x="293914" y="6272743"/>
              <a:ext cx="1104624" cy="1243543"/>
            </a:xfrm>
            <a:prstGeom prst="ellipse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18485BB-245F-FA8A-CEEE-D87F061C6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26" b="6012"/>
            <a:stretch>
              <a:fillRect/>
            </a:stretch>
          </p:blipFill>
          <p:spPr>
            <a:xfrm flipV="1">
              <a:off x="293914" y="5029200"/>
              <a:ext cx="1104624" cy="1243543"/>
            </a:xfrm>
            <a:prstGeom prst="ellipse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B4047F2-51E5-56EF-9E5E-582E10A6E209}"/>
              </a:ext>
            </a:extLst>
          </p:cNvPr>
          <p:cNvGrpSpPr/>
          <p:nvPr/>
        </p:nvGrpSpPr>
        <p:grpSpPr>
          <a:xfrm>
            <a:off x="619358" y="207923"/>
            <a:ext cx="2941399" cy="3387316"/>
            <a:chOff x="1309161" y="-856827"/>
            <a:chExt cx="2469566" cy="2843953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1166FDD-29D7-5E40-ACBA-6734AD3D3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96" t="10077" r="5263" b="13228"/>
            <a:stretch>
              <a:fillRect/>
            </a:stretch>
          </p:blipFill>
          <p:spPr>
            <a:xfrm>
              <a:off x="1309161" y="565150"/>
              <a:ext cx="2469566" cy="142197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47FBA39-193F-5C78-2C08-83EF25FB0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96" t="10077" r="5263" b="13228"/>
            <a:stretch>
              <a:fillRect/>
            </a:stretch>
          </p:blipFill>
          <p:spPr>
            <a:xfrm flipV="1">
              <a:off x="1309161" y="-856827"/>
              <a:ext cx="2469566" cy="14219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6064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10023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12</cp:revision>
  <cp:lastPrinted>2025-07-02T20:13:04Z</cp:lastPrinted>
  <dcterms:created xsi:type="dcterms:W3CDTF">2023-08-15T22:34:31Z</dcterms:created>
  <dcterms:modified xsi:type="dcterms:W3CDTF">2026-02-24T22:17:36Z</dcterms:modified>
</cp:coreProperties>
</file>