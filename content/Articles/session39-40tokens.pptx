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55622-DFC6-4664-B12E-ADFA51824EDA}" v="75" dt="2025-10-20T03:27:31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9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">
      <pc:chgData name="Jack Bond" userId="d0613b4d9d68792d" providerId="LiveId" clId="{DAEA3D54-AD02-4E1B-A73A-AB467D915B21}" dt="2025-10-20T03:27:44.436" v="648" actId="1037"/>
      <pc:docMkLst>
        <pc:docMk/>
      </pc:docMkLst>
      <pc:sldChg chg="del">
        <pc:chgData name="Jack Bond" userId="d0613b4d9d68792d" providerId="LiveId" clId="{DAEA3D54-AD02-4E1B-A73A-AB467D915B21}" dt="2025-10-09T01:19:59.215" v="1" actId="47"/>
        <pc:sldMkLst>
          <pc:docMk/>
          <pc:sldMk cId="3096770309" sldId="272"/>
        </pc:sldMkLst>
      </pc:sldChg>
      <pc:sldChg chg="del">
        <pc:chgData name="Jack Bond" userId="d0613b4d9d68792d" providerId="LiveId" clId="{DAEA3D54-AD02-4E1B-A73A-AB467D915B21}" dt="2025-10-09T01:19:59.215" v="1" actId="47"/>
        <pc:sldMkLst>
          <pc:docMk/>
          <pc:sldMk cId="3795993947" sldId="273"/>
        </pc:sldMkLst>
      </pc:sldChg>
      <pc:sldChg chg="addSp delSp modSp new mod">
        <pc:chgData name="Jack Bond" userId="d0613b4d9d68792d" providerId="LiveId" clId="{DAEA3D54-AD02-4E1B-A73A-AB467D915B21}" dt="2025-10-20T03:27:44.436" v="648" actId="1037"/>
        <pc:sldMkLst>
          <pc:docMk/>
          <pc:sldMk cId="3346064594" sldId="274"/>
        </pc:sldMkLst>
        <pc:grpChg chg="add del mod">
          <ac:chgData name="Jack Bond" userId="d0613b4d9d68792d" providerId="LiveId" clId="{DAEA3D54-AD02-4E1B-A73A-AB467D915B21}" dt="2025-10-19T17:26:57.381" v="508" actId="478"/>
          <ac:grpSpMkLst>
            <pc:docMk/>
            <pc:sldMk cId="3346064594" sldId="274"/>
            <ac:grpSpMk id="2" creationId="{05EEA92C-1C51-A63C-AFE0-88E4AE1E3021}"/>
          </ac:grpSpMkLst>
        </pc:grpChg>
        <pc:grpChg chg="add mod">
          <ac:chgData name="Jack Bond" userId="d0613b4d9d68792d" providerId="LiveId" clId="{DAEA3D54-AD02-4E1B-A73A-AB467D915B21}" dt="2025-10-20T03:23:43.957" v="624" actId="1076"/>
          <ac:grpSpMkLst>
            <pc:docMk/>
            <pc:sldMk cId="3346064594" sldId="274"/>
            <ac:grpSpMk id="10" creationId="{B08F2CFD-C832-74A9-4099-8DDB41192346}"/>
          </ac:grpSpMkLst>
        </pc:grpChg>
        <pc:grpChg chg="add mod">
          <ac:chgData name="Jack Bond" userId="d0613b4d9d68792d" providerId="LiveId" clId="{DAEA3D54-AD02-4E1B-A73A-AB467D915B21}" dt="2025-10-20T03:27:44.436" v="648" actId="1037"/>
          <ac:grpSpMkLst>
            <pc:docMk/>
            <pc:sldMk cId="3346064594" sldId="274"/>
            <ac:grpSpMk id="17" creationId="{274A55F7-800E-B6D9-51FF-C53A7273ABD6}"/>
          </ac:grpSpMkLst>
        </pc:grpChg>
        <pc:grpChg chg="add del mod">
          <ac:chgData name="Jack Bond" userId="d0613b4d9d68792d" providerId="LiveId" clId="{DAEA3D54-AD02-4E1B-A73A-AB467D915B21}" dt="2025-10-19T17:26:57.381" v="508" actId="478"/>
          <ac:grpSpMkLst>
            <pc:docMk/>
            <pc:sldMk cId="3346064594" sldId="274"/>
            <ac:grpSpMk id="30" creationId="{E1607008-6B36-2AB0-52FA-ECE8A94B02DE}"/>
          </ac:grpSpMkLst>
        </pc:grpChg>
        <pc:picChg chg="add del mod">
          <ac:chgData name="Jack Bond" userId="d0613b4d9d68792d" providerId="LiveId" clId="{DAEA3D54-AD02-4E1B-A73A-AB467D915B21}" dt="2025-10-20T02:49:24.958" v="594" actId="21"/>
          <ac:picMkLst>
            <pc:docMk/>
            <pc:sldMk cId="3346064594" sldId="274"/>
            <ac:picMk id="3" creationId="{D5662255-3BC7-267A-FC5C-0FAFEC416179}"/>
          </ac:picMkLst>
        </pc:picChg>
        <pc:picChg chg="add mod">
          <ac:chgData name="Jack Bond" userId="d0613b4d9d68792d" providerId="LiveId" clId="{DAEA3D54-AD02-4E1B-A73A-AB467D915B21}" dt="2025-10-20T03:27:31.310" v="634" actId="1076"/>
          <ac:picMkLst>
            <pc:docMk/>
            <pc:sldMk cId="3346064594" sldId="274"/>
            <ac:picMk id="5" creationId="{90D58699-E1C2-A0EB-19B2-02567E76C752}"/>
          </ac:picMkLst>
        </pc:picChg>
        <pc:picChg chg="add mod">
          <ac:chgData name="Jack Bond" userId="d0613b4d9d68792d" providerId="LiveId" clId="{DAEA3D54-AD02-4E1B-A73A-AB467D915B21}" dt="2025-10-20T03:23:43.957" v="624" actId="1076"/>
          <ac:picMkLst>
            <pc:docMk/>
            <pc:sldMk cId="3346064594" sldId="274"/>
            <ac:picMk id="6" creationId="{E55332AA-CD83-696D-3740-C684BAFAD52B}"/>
          </ac:picMkLst>
        </pc:picChg>
        <pc:picChg chg="add del mod">
          <ac:chgData name="Jack Bond" userId="d0613b4d9d68792d" providerId="LiveId" clId="{DAEA3D54-AD02-4E1B-A73A-AB467D915B21}" dt="2025-10-20T02:49:24.958" v="594" actId="21"/>
          <ac:picMkLst>
            <pc:docMk/>
            <pc:sldMk cId="3346064594" sldId="274"/>
            <ac:picMk id="7" creationId="{4CCEBF7B-BCF3-69BE-1375-B7F68B5469F3}"/>
          </ac:picMkLst>
        </pc:picChg>
        <pc:picChg chg="add del mod">
          <ac:chgData name="Jack Bond" userId="d0613b4d9d68792d" providerId="LiveId" clId="{DAEA3D54-AD02-4E1B-A73A-AB467D915B21}" dt="2025-10-19T17:26:57.381" v="508" actId="478"/>
          <ac:picMkLst>
            <pc:docMk/>
            <pc:sldMk cId="3346064594" sldId="274"/>
            <ac:picMk id="7" creationId="{A9BCDA1F-B3E3-C807-1A98-AB965A5ADB39}"/>
          </ac:picMkLst>
        </pc:picChg>
        <pc:picChg chg="add mod">
          <ac:chgData name="Jack Bond" userId="d0613b4d9d68792d" providerId="LiveId" clId="{DAEA3D54-AD02-4E1B-A73A-AB467D915B21}" dt="2025-10-20T03:23:43.957" v="624" actId="1076"/>
          <ac:picMkLst>
            <pc:docMk/>
            <pc:sldMk cId="3346064594" sldId="274"/>
            <ac:picMk id="8" creationId="{0F2239DE-E0E2-1857-336D-61FADD9B486B}"/>
          </ac:picMkLst>
        </pc:picChg>
        <pc:picChg chg="add mod">
          <ac:chgData name="Jack Bond" userId="d0613b4d9d68792d" providerId="LiveId" clId="{DAEA3D54-AD02-4E1B-A73A-AB467D915B21}" dt="2025-10-20T03:23:43.957" v="624" actId="1076"/>
          <ac:picMkLst>
            <pc:docMk/>
            <pc:sldMk cId="3346064594" sldId="274"/>
            <ac:picMk id="9" creationId="{A05D516E-7AC0-F958-5CBA-DCDA32356150}"/>
          </ac:picMkLst>
        </pc:picChg>
        <pc:picChg chg="add del mod">
          <ac:chgData name="Jack Bond" userId="d0613b4d9d68792d" providerId="LiveId" clId="{DAEA3D54-AD02-4E1B-A73A-AB467D915B21}" dt="2025-10-20T02:49:24.958" v="594" actId="21"/>
          <ac:picMkLst>
            <pc:docMk/>
            <pc:sldMk cId="3346064594" sldId="274"/>
            <ac:picMk id="12" creationId="{CF9FF092-9BE4-D625-B3B0-2A79EA293F82}"/>
          </ac:picMkLst>
        </pc:picChg>
        <pc:picChg chg="add del mod">
          <ac:chgData name="Jack Bond" userId="d0613b4d9d68792d" providerId="LiveId" clId="{DAEA3D54-AD02-4E1B-A73A-AB467D915B21}" dt="2025-10-20T02:49:24.958" v="594" actId="21"/>
          <ac:picMkLst>
            <pc:docMk/>
            <pc:sldMk cId="3346064594" sldId="274"/>
            <ac:picMk id="14" creationId="{4AB987B1-E322-3545-38BD-6177D36235EC}"/>
          </ac:picMkLst>
        </pc:picChg>
        <pc:picChg chg="add mod">
          <ac:chgData name="Jack Bond" userId="d0613b4d9d68792d" providerId="LiveId" clId="{DAEA3D54-AD02-4E1B-A73A-AB467D915B21}" dt="2025-10-20T03:27:38.650" v="637" actId="1037"/>
          <ac:picMkLst>
            <pc:docMk/>
            <pc:sldMk cId="3346064594" sldId="274"/>
            <ac:picMk id="15" creationId="{A2EE24B3-7166-F56C-C1FB-4AD3B5CABD1C}"/>
          </ac:picMkLst>
        </pc:picChg>
        <pc:picChg chg="add mod">
          <ac:chgData name="Jack Bond" userId="d0613b4d9d68792d" providerId="LiveId" clId="{DAEA3D54-AD02-4E1B-A73A-AB467D915B21}" dt="2025-10-14T20:12:41.003" v="472" actId="1076"/>
          <ac:picMkLst>
            <pc:docMk/>
            <pc:sldMk cId="3346064594" sldId="274"/>
            <ac:picMk id="16" creationId="{0263922A-D33D-9A97-1170-B3FB80BA6A91}"/>
          </ac:picMkLst>
        </pc:picChg>
        <pc:picChg chg="add mod">
          <ac:chgData name="Jack Bond" userId="d0613b4d9d68792d" providerId="LiveId" clId="{DAEA3D54-AD02-4E1B-A73A-AB467D915B21}" dt="2025-10-20T02:52:06.834" v="613" actId="1076"/>
          <ac:picMkLst>
            <pc:docMk/>
            <pc:sldMk cId="3346064594" sldId="274"/>
            <ac:picMk id="18" creationId="{D5662255-3BC7-267A-FC5C-0FAFEC416179}"/>
          </ac:picMkLst>
        </pc:picChg>
        <pc:picChg chg="add mod">
          <ac:chgData name="Jack Bond" userId="d0613b4d9d68792d" providerId="LiveId" clId="{DAEA3D54-AD02-4E1B-A73A-AB467D915B21}" dt="2025-10-20T02:52:03.587" v="612" actId="1076"/>
          <ac:picMkLst>
            <pc:docMk/>
            <pc:sldMk cId="3346064594" sldId="274"/>
            <ac:picMk id="19" creationId="{4AB987B1-E322-3545-38BD-6177D36235EC}"/>
          </ac:picMkLst>
        </pc:picChg>
        <pc:picChg chg="add mod">
          <ac:chgData name="Jack Bond" userId="d0613b4d9d68792d" providerId="LiveId" clId="{DAEA3D54-AD02-4E1B-A73A-AB467D915B21}" dt="2025-10-20T03:27:19.426" v="632" actId="1076"/>
          <ac:picMkLst>
            <pc:docMk/>
            <pc:sldMk cId="3346064594" sldId="274"/>
            <ac:picMk id="21" creationId="{455257ED-0209-662B-5968-BD6C58085F95}"/>
          </ac:picMkLst>
        </pc:picChg>
        <pc:picChg chg="add del mod">
          <ac:chgData name="Jack Bond" userId="d0613b4d9d68792d" providerId="LiveId" clId="{DAEA3D54-AD02-4E1B-A73A-AB467D915B21}" dt="2025-10-19T17:27:29.849" v="522" actId="478"/>
          <ac:picMkLst>
            <pc:docMk/>
            <pc:sldMk cId="3346064594" sldId="274"/>
            <ac:picMk id="1026" creationId="{E81AABFD-223E-7D5C-C105-B3085B57F18F}"/>
          </ac:picMkLst>
        </pc:picChg>
        <pc:picChg chg="add mod">
          <ac:chgData name="Jack Bond" userId="d0613b4d9d68792d" providerId="LiveId" clId="{DAEA3D54-AD02-4E1B-A73A-AB467D915B21}" dt="2025-10-20T03:23:43.957" v="624" actId="1076"/>
          <ac:picMkLst>
            <pc:docMk/>
            <pc:sldMk cId="3346064594" sldId="274"/>
            <ac:picMk id="1028" creationId="{CCA0DBC7-6426-199C-87C1-01EABBD36C6B}"/>
          </ac:picMkLst>
        </pc:picChg>
        <pc:picChg chg="add del mod">
          <ac:chgData name="Jack Bond" userId="d0613b4d9d68792d" providerId="LiveId" clId="{DAEA3D54-AD02-4E1B-A73A-AB467D915B21}" dt="2025-10-19T17:26:57.381" v="508" actId="478"/>
          <ac:picMkLst>
            <pc:docMk/>
            <pc:sldMk cId="3346064594" sldId="274"/>
            <ac:picMk id="1030" creationId="{F1CFD9B0-2051-1FF8-F576-C35665BDED89}"/>
          </ac:picMkLst>
        </pc:picChg>
        <pc:picChg chg="add del mod">
          <ac:chgData name="Jack Bond" userId="d0613b4d9d68792d" providerId="LiveId" clId="{DAEA3D54-AD02-4E1B-A73A-AB467D915B21}" dt="2025-10-19T17:26:57.381" v="508" actId="478"/>
          <ac:picMkLst>
            <pc:docMk/>
            <pc:sldMk cId="3346064594" sldId="274"/>
            <ac:picMk id="1032" creationId="{16CBFF90-611E-6A9F-AECC-E846F11A7BCA}"/>
          </ac:picMkLst>
        </pc:picChg>
      </pc:sldChg>
      <pc:sldChg chg="addSp delSp modSp new mod">
        <pc:chgData name="Jack Bond" userId="d0613b4d9d68792d" providerId="LiveId" clId="{DAEA3D54-AD02-4E1B-A73A-AB467D915B21}" dt="2025-10-20T03:05:39.193" v="623" actId="1076"/>
        <pc:sldMkLst>
          <pc:docMk/>
          <pc:sldMk cId="2238579761" sldId="275"/>
        </pc:sldMkLst>
        <pc:picChg chg="add del mod">
          <ac:chgData name="Jack Bond" userId="d0613b4d9d68792d" providerId="LiveId" clId="{DAEA3D54-AD02-4E1B-A73A-AB467D915B21}" dt="2025-10-20T02:49:54.953" v="598" actId="478"/>
          <ac:picMkLst>
            <pc:docMk/>
            <pc:sldMk cId="2238579761" sldId="275"/>
            <ac:picMk id="2" creationId="{5373B389-E1AF-B84C-19B6-61A6150DF056}"/>
          </ac:picMkLst>
        </pc:picChg>
        <pc:picChg chg="add del mod">
          <ac:chgData name="Jack Bond" userId="d0613b4d9d68792d" providerId="LiveId" clId="{DAEA3D54-AD02-4E1B-A73A-AB467D915B21}" dt="2025-10-19T17:26:59.682" v="509" actId="478"/>
          <ac:picMkLst>
            <pc:docMk/>
            <pc:sldMk cId="2238579761" sldId="275"/>
            <ac:picMk id="3" creationId="{A9016CF3-304A-FF2B-4A3E-EF2166D566BB}"/>
          </ac:picMkLst>
        </pc:picChg>
        <pc:picChg chg="add del mod">
          <ac:chgData name="Jack Bond" userId="d0613b4d9d68792d" providerId="LiveId" clId="{DAEA3D54-AD02-4E1B-A73A-AB467D915B21}" dt="2025-10-20T02:50:04.241" v="600" actId="21"/>
          <ac:picMkLst>
            <pc:docMk/>
            <pc:sldMk cId="2238579761" sldId="275"/>
            <ac:picMk id="3" creationId="{D5662255-3BC7-267A-FC5C-0FAFEC416179}"/>
          </ac:picMkLst>
        </pc:picChg>
        <pc:picChg chg="add mod">
          <ac:chgData name="Jack Bond" userId="d0613b4d9d68792d" providerId="LiveId" clId="{DAEA3D54-AD02-4E1B-A73A-AB467D915B21}" dt="2025-10-20T03:01:34.003" v="618" actId="1076"/>
          <ac:picMkLst>
            <pc:docMk/>
            <pc:sldMk cId="2238579761" sldId="275"/>
            <ac:picMk id="5" creationId="{A555A1B8-9D7E-E0FD-B2BC-44F5E8F21611}"/>
          </ac:picMkLst>
        </pc:picChg>
        <pc:picChg chg="add mod">
          <ac:chgData name="Jack Bond" userId="d0613b4d9d68792d" providerId="LiveId" clId="{DAEA3D54-AD02-4E1B-A73A-AB467D915B21}" dt="2025-10-20T02:50:26.305" v="609" actId="1076"/>
          <ac:picMkLst>
            <pc:docMk/>
            <pc:sldMk cId="2238579761" sldId="275"/>
            <ac:picMk id="7" creationId="{4CCEBF7B-BCF3-69BE-1375-B7F68B5469F3}"/>
          </ac:picMkLst>
        </pc:picChg>
        <pc:picChg chg="add mod">
          <ac:chgData name="Jack Bond" userId="d0613b4d9d68792d" providerId="LiveId" clId="{DAEA3D54-AD02-4E1B-A73A-AB467D915B21}" dt="2025-10-20T03:05:39.193" v="623" actId="1076"/>
          <ac:picMkLst>
            <pc:docMk/>
            <pc:sldMk cId="2238579761" sldId="275"/>
            <ac:picMk id="8" creationId="{5DCD4CD9-CA01-51F3-40AE-19449F9DA8E3}"/>
          </ac:picMkLst>
        </pc:picChg>
        <pc:picChg chg="add mod">
          <ac:chgData name="Jack Bond" userId="d0613b4d9d68792d" providerId="LiveId" clId="{DAEA3D54-AD02-4E1B-A73A-AB467D915B21}" dt="2025-10-20T02:50:23.216" v="608" actId="1076"/>
          <ac:picMkLst>
            <pc:docMk/>
            <pc:sldMk cId="2238579761" sldId="275"/>
            <ac:picMk id="12" creationId="{CF9FF092-9BE4-D625-B3B0-2A79EA293F82}"/>
          </ac:picMkLst>
        </pc:picChg>
        <pc:picChg chg="add del mod">
          <ac:chgData name="Jack Bond" userId="d0613b4d9d68792d" providerId="LiveId" clId="{DAEA3D54-AD02-4E1B-A73A-AB467D915B21}" dt="2025-10-20T02:50:04.241" v="600" actId="21"/>
          <ac:picMkLst>
            <pc:docMk/>
            <pc:sldMk cId="2238579761" sldId="275"/>
            <ac:picMk id="14" creationId="{4AB987B1-E322-3545-38BD-6177D36235EC}"/>
          </ac:picMkLst>
        </pc:picChg>
      </pc:sldChg>
    </pc:docChg>
  </pc:docChgLst>
  <pc:docChgLst>
    <pc:chgData name="Jack Bond" userId="d0613b4d9d68792d" providerId="LiveId" clId="{435F300D-6CAF-4321-8599-B61F303F931A}"/>
    <pc:docChg chg="undo custSel addSld delSld modSld sldOrd">
      <pc:chgData name="Jack Bond" userId="d0613b4d9d68792d" providerId="LiveId" clId="{435F300D-6CAF-4321-8599-B61F303F931A}" dt="2025-07-15T20:17:03.996" v="76" actId="1367"/>
      <pc:docMkLst>
        <pc:docMk/>
      </pc:docMkLst>
      <pc:sldChg chg="del">
        <pc:chgData name="Jack Bond" userId="d0613b4d9d68792d" providerId="LiveId" clId="{435F300D-6CAF-4321-8599-B61F303F931A}" dt="2025-07-15T02:25:51.911" v="2" actId="47"/>
        <pc:sldMkLst>
          <pc:docMk/>
          <pc:sldMk cId="53687160" sldId="268"/>
        </pc:sldMkLst>
      </pc:sldChg>
      <pc:sldChg chg="addSp modSp new mod">
        <pc:chgData name="Jack Bond" userId="d0613b4d9d68792d" providerId="LiveId" clId="{435F300D-6CAF-4321-8599-B61F303F931A}" dt="2025-07-15T20:16:51.218" v="73"/>
        <pc:sldMkLst>
          <pc:docMk/>
          <pc:sldMk cId="2296457534" sldId="269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1470260589" sldId="270"/>
        </pc:sldMkLst>
      </pc:sldChg>
      <pc:sldChg chg="addSp modSp new del mod">
        <pc:chgData name="Jack Bond" userId="d0613b4d9d68792d" providerId="LiveId" clId="{435F300D-6CAF-4321-8599-B61F303F931A}" dt="2025-07-15T02:28:37.920" v="63" actId="2696"/>
        <pc:sldMkLst>
          <pc:docMk/>
          <pc:sldMk cId="3485330045" sldId="270"/>
        </pc:sldMkLst>
      </pc:sldChg>
      <pc:sldChg chg="addSp modSp new add del mod ord">
        <pc:chgData name="Jack Bond" userId="d0613b4d9d68792d" providerId="LiveId" clId="{435F300D-6CAF-4321-8599-B61F303F931A}" dt="2025-07-15T20:17:03.996" v="76" actId="1367"/>
        <pc:sldMkLst>
          <pc:docMk/>
          <pc:sldMk cId="2868086417" sldId="271"/>
        </pc:sldMkLst>
      </pc:sldChg>
      <pc:sldChg chg="addSp delSp modSp new del mod">
        <pc:chgData name="Jack Bond" userId="d0613b4d9d68792d" providerId="LiveId" clId="{435F300D-6CAF-4321-8599-B61F303F931A}" dt="2025-07-15T02:28:37.920" v="63" actId="2696"/>
        <pc:sldMkLst>
          <pc:docMk/>
          <pc:sldMk cId="2730225920" sldId="272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3751906151" sldId="272"/>
        </pc:sldMkLst>
      </pc:sldChg>
    </pc:docChg>
  </pc:docChgLst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  <pc:docChgLst>
    <pc:chgData name="Jack Bond" userId="d0613b4d9d68792d" providerId="LiveId" clId="{5EC4AB4B-B52D-4C64-A18D-BF73A811A050}"/>
    <pc:docChg chg="undo custSel addSld delSld modSld">
      <pc:chgData name="Jack Bond" userId="d0613b4d9d68792d" providerId="LiveId" clId="{5EC4AB4B-B52D-4C64-A18D-BF73A811A050}" dt="2025-08-26T19:07:21.793" v="576" actId="1076"/>
      <pc:docMkLst>
        <pc:docMk/>
      </pc:docMkLst>
      <pc:sldChg chg="del">
        <pc:chgData name="Jack Bond" userId="d0613b4d9d68792d" providerId="LiveId" clId="{5EC4AB4B-B52D-4C64-A18D-BF73A811A050}" dt="2025-08-26T00:24:24.106" v="1" actId="47"/>
        <pc:sldMkLst>
          <pc:docMk/>
          <pc:sldMk cId="2296457534" sldId="269"/>
        </pc:sldMkLst>
      </pc:sldChg>
      <pc:sldChg chg="del">
        <pc:chgData name="Jack Bond" userId="d0613b4d9d68792d" providerId="LiveId" clId="{5EC4AB4B-B52D-4C64-A18D-BF73A811A050}" dt="2025-08-26T00:24:24.106" v="1" actId="47"/>
        <pc:sldMkLst>
          <pc:docMk/>
          <pc:sldMk cId="2868086417" sldId="271"/>
        </pc:sldMkLst>
      </pc:sldChg>
      <pc:sldChg chg="addSp delSp modSp new mod">
        <pc:chgData name="Jack Bond" userId="d0613b4d9d68792d" providerId="LiveId" clId="{5EC4AB4B-B52D-4C64-A18D-BF73A811A050}" dt="2025-08-26T19:07:21.793" v="576" actId="1076"/>
        <pc:sldMkLst>
          <pc:docMk/>
          <pc:sldMk cId="3096770309" sldId="272"/>
        </pc:sldMkLst>
      </pc:sldChg>
      <pc:sldChg chg="addSp modSp new mod">
        <pc:chgData name="Jack Bond" userId="d0613b4d9d68792d" providerId="LiveId" clId="{5EC4AB4B-B52D-4C64-A18D-BF73A811A050}" dt="2025-08-26T03:05:48.581" v="558"/>
        <pc:sldMkLst>
          <pc:docMk/>
          <pc:sldMk cId="3795993947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74A55F7-800E-B6D9-51FF-C53A7273ABD6}"/>
              </a:ext>
            </a:extLst>
          </p:cNvPr>
          <p:cNvGrpSpPr/>
          <p:nvPr/>
        </p:nvGrpSpPr>
        <p:grpSpPr>
          <a:xfrm rot="5400000">
            <a:off x="1938994" y="3511353"/>
            <a:ext cx="2323950" cy="529452"/>
            <a:chOff x="2107824" y="3619372"/>
            <a:chExt cx="1669230" cy="38029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2EE24B3-7166-F56C-C1FB-4AD3B5CAB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3175952" y="3398559"/>
              <a:ext cx="380289" cy="8219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263922A-D33D-9A97-1170-B3FB80BA6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V="1">
              <a:off x="2328637" y="3398561"/>
              <a:ext cx="380289" cy="821916"/>
            </a:xfrm>
            <a:prstGeom prst="rect">
              <a:avLst/>
            </a:prstGeom>
          </p:spPr>
        </p:pic>
      </p:grpSp>
      <p:pic>
        <p:nvPicPr>
          <p:cNvPr id="5" name="Picture 2" descr="Astrolabe Illustration Stock Illustrations – 591 Astrolabe Illustration  Stock Illustrations, Vectors &amp; Clipart - Dreamstime">
            <a:extLst>
              <a:ext uri="{FF2B5EF4-FFF2-40B4-BE49-F238E27FC236}">
                <a16:creationId xmlns:a16="http://schemas.microsoft.com/office/drawing/2014/main" id="{90D58699-E1C2-A0EB-19B2-02567E76C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12" y="208998"/>
            <a:ext cx="2523562" cy="2163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08F2CFD-C832-74A9-4099-8DDB41192346}"/>
              </a:ext>
            </a:extLst>
          </p:cNvPr>
          <p:cNvGrpSpPr/>
          <p:nvPr/>
        </p:nvGrpSpPr>
        <p:grpSpPr>
          <a:xfrm>
            <a:off x="395763" y="2786218"/>
            <a:ext cx="2133954" cy="1892551"/>
            <a:chOff x="383778" y="2636752"/>
            <a:chExt cx="3284445" cy="3464544"/>
          </a:xfrm>
        </p:grpSpPr>
        <p:pic>
          <p:nvPicPr>
            <p:cNvPr id="6" name="Picture 2" descr="Tangled nest style Images - Free Download on Freepik">
              <a:extLst>
                <a:ext uri="{FF2B5EF4-FFF2-40B4-BE49-F238E27FC236}">
                  <a16:creationId xmlns:a16="http://schemas.microsoft.com/office/drawing/2014/main" id="{E55332AA-CD83-696D-3740-C684BAFAD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4"/>
                </a:clrFrom>
                <a:clrTo>
                  <a:srgbClr val="FFFFF4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919" y="3957103"/>
              <a:ext cx="2144193" cy="2144193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CA0DBC7-6426-199C-87C1-01EABBD36C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21574">
              <a:off x="1427952" y="2636752"/>
              <a:ext cx="1690308" cy="26407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0F2239DE-E0E2-1857-336D-61FADD9B48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276178">
              <a:off x="383778" y="3636070"/>
              <a:ext cx="2275857" cy="20267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A05D516E-7AC0-F958-5CBA-DCDA323561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6506">
              <a:off x="1473980" y="3807249"/>
              <a:ext cx="2719682" cy="1668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7" descr="A close-up of a ring&#10;&#10;AI-generated content may be incorrect.">
            <a:extLst>
              <a:ext uri="{FF2B5EF4-FFF2-40B4-BE49-F238E27FC236}">
                <a16:creationId xmlns:a16="http://schemas.microsoft.com/office/drawing/2014/main" id="{D5662255-3BC7-267A-FC5C-0FAFEC4161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29200"/>
          </a:xfrm>
          <a:prstGeom prst="rect">
            <a:avLst/>
          </a:prstGeom>
        </p:spPr>
      </p:pic>
      <p:pic>
        <p:nvPicPr>
          <p:cNvPr id="19" name="Picture 18" descr="A close-up of a card&#10;&#10;AI-generated content may be incorrect.">
            <a:extLst>
              <a:ext uri="{FF2B5EF4-FFF2-40B4-BE49-F238E27FC236}">
                <a16:creationId xmlns:a16="http://schemas.microsoft.com/office/drawing/2014/main" id="{4AB987B1-E322-3545-38BD-6177D36235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5029200"/>
            <a:ext cx="3592286" cy="5029200"/>
          </a:xfrm>
          <a:prstGeom prst="rect">
            <a:avLst/>
          </a:prstGeom>
        </p:spPr>
      </p:pic>
      <p:pic>
        <p:nvPicPr>
          <p:cNvPr id="21" name="Picture 20" descr="A white and black text and a black and white image&#10;&#10;AI-generated content may be incorrect.">
            <a:extLst>
              <a:ext uri="{FF2B5EF4-FFF2-40B4-BE49-F238E27FC236}">
                <a16:creationId xmlns:a16="http://schemas.microsoft.com/office/drawing/2014/main" id="{455257ED-0209-662B-5968-BD6C58085F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4CCEBF7B-BCF3-69BE-1375-B7F68B546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  <p:pic>
        <p:nvPicPr>
          <p:cNvPr id="12" name="Picture 11" descr="A card with text and images&#10;&#10;AI-generated content may be incorrect.">
            <a:extLst>
              <a:ext uri="{FF2B5EF4-FFF2-40B4-BE49-F238E27FC236}">
                <a16:creationId xmlns:a16="http://schemas.microsoft.com/office/drawing/2014/main" id="{CF9FF092-9BE4-D625-B3B0-2A79EA293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0"/>
            <a:ext cx="3592286" cy="5029200"/>
          </a:xfrm>
          <a:prstGeom prst="rect">
            <a:avLst/>
          </a:prstGeom>
        </p:spPr>
      </p:pic>
      <p:pic>
        <p:nvPicPr>
          <p:cNvPr id="5" name="Picture 4" descr="A close-up of a calipers&#10;&#10;AI-generated content may be incorrect.">
            <a:extLst>
              <a:ext uri="{FF2B5EF4-FFF2-40B4-BE49-F238E27FC236}">
                <a16:creationId xmlns:a16="http://schemas.microsoft.com/office/drawing/2014/main" id="{A555A1B8-9D7E-E0FD-B2BC-44F5E8F21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5029200"/>
            <a:ext cx="3592286" cy="5029200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5DCD4CD9-CA01-51F3-40AE-19449F9DA8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7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9091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2025-10-20T03:27:47Z</dcterms:modified>
</cp:coreProperties>
</file>