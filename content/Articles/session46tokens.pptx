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5" r:id="rId3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C73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B2A3DB-794C-45D2-807C-96A7DBD99713}" v="89" dt="2026-04-07T22:37:00.2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19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DAEA3D54-AD02-4E1B-A73A-AB467D915B21}"/>
    <pc:docChg chg="undo custSel addSld delSld modSld sldOrd">
      <pc:chgData name="Jack Bond" userId="d0613b4d9d68792d" providerId="LiveId" clId="{DAEA3D54-AD02-4E1B-A73A-AB467D915B21}" dt="2026-04-07T22:37:00.213" v="1286" actId="1076"/>
      <pc:docMkLst>
        <pc:docMk/>
      </pc:docMkLst>
      <pc:sldChg chg="addSp delSp modSp add del mod">
        <pc:chgData name="Jack Bond" userId="d0613b4d9d68792d" providerId="LiveId" clId="{DAEA3D54-AD02-4E1B-A73A-AB467D915B21}" dt="2026-04-07T22:37:00.213" v="1286" actId="1076"/>
        <pc:sldMkLst>
          <pc:docMk/>
          <pc:sldMk cId="3346064594" sldId="274"/>
        </pc:sldMkLst>
        <pc:grpChg chg="add del mod">
          <ac:chgData name="Jack Bond" userId="d0613b4d9d68792d" providerId="LiveId" clId="{DAEA3D54-AD02-4E1B-A73A-AB467D915B21}" dt="2026-04-07T22:18:09.689" v="1196" actId="478"/>
          <ac:grpSpMkLst>
            <pc:docMk/>
            <pc:sldMk cId="3346064594" sldId="274"/>
            <ac:grpSpMk id="18" creationId="{90F54402-AE6C-412A-1C56-A5877DD76B54}"/>
          </ac:grpSpMkLst>
        </pc:grpChg>
        <pc:picChg chg="add del mod">
          <ac:chgData name="Jack Bond" userId="d0613b4d9d68792d" providerId="LiveId" clId="{DAEA3D54-AD02-4E1B-A73A-AB467D915B21}" dt="2026-04-07T22:23:12.560" v="1219" actId="478"/>
          <ac:picMkLst>
            <pc:docMk/>
            <pc:sldMk cId="3346064594" sldId="274"/>
            <ac:picMk id="2" creationId="{DE3F0E93-E21F-9470-326C-9CC3D74C2FD5}"/>
          </ac:picMkLst>
        </pc:picChg>
        <pc:picChg chg="add del mod">
          <ac:chgData name="Jack Bond" userId="d0613b4d9d68792d" providerId="LiveId" clId="{DAEA3D54-AD02-4E1B-A73A-AB467D915B21}" dt="2026-04-07T22:24:34.661" v="1249" actId="478"/>
          <ac:picMkLst>
            <pc:docMk/>
            <pc:sldMk cId="3346064594" sldId="274"/>
            <ac:picMk id="3" creationId="{FD4F37EF-96A9-00FC-51B2-9CE6EE04CE00}"/>
          </ac:picMkLst>
        </pc:picChg>
        <pc:picChg chg="add mod">
          <ac:chgData name="Jack Bond" userId="d0613b4d9d68792d" providerId="LiveId" clId="{DAEA3D54-AD02-4E1B-A73A-AB467D915B21}" dt="2026-04-07T22:25:16.657" v="1264" actId="571"/>
          <ac:picMkLst>
            <pc:docMk/>
            <pc:sldMk cId="3346064594" sldId="274"/>
            <ac:picMk id="4" creationId="{7A062F7C-5655-E897-FA30-7CBC4AA2F4F4}"/>
          </ac:picMkLst>
        </pc:picChg>
        <pc:picChg chg="add del mod">
          <ac:chgData name="Jack Bond" userId="d0613b4d9d68792d" providerId="LiveId" clId="{DAEA3D54-AD02-4E1B-A73A-AB467D915B21}" dt="2026-04-07T22:18:09.689" v="1196" actId="478"/>
          <ac:picMkLst>
            <pc:docMk/>
            <pc:sldMk cId="3346064594" sldId="274"/>
            <ac:picMk id="5" creationId="{ED08BA34-4A68-CC70-0D1C-1B9F2897E8D4}"/>
          </ac:picMkLst>
        </pc:picChg>
        <pc:picChg chg="add del mod ord">
          <ac:chgData name="Jack Bond" userId="d0613b4d9d68792d" providerId="LiveId" clId="{DAEA3D54-AD02-4E1B-A73A-AB467D915B21}" dt="2026-04-07T22:18:10.190" v="1197" actId="478"/>
          <ac:picMkLst>
            <pc:docMk/>
            <pc:sldMk cId="3346064594" sldId="274"/>
            <ac:picMk id="6" creationId="{F246B52B-BFC4-3378-DA0F-94C2A76D8741}"/>
          </ac:picMkLst>
        </pc:picChg>
        <pc:picChg chg="add del mod">
          <ac:chgData name="Jack Bond" userId="d0613b4d9d68792d" providerId="LiveId" clId="{DAEA3D54-AD02-4E1B-A73A-AB467D915B21}" dt="2026-04-07T22:18:09.689" v="1196" actId="478"/>
          <ac:picMkLst>
            <pc:docMk/>
            <pc:sldMk cId="3346064594" sldId="274"/>
            <ac:picMk id="7" creationId="{022083EA-E51E-5CD3-4F41-775AAC979049}"/>
          </ac:picMkLst>
        </pc:picChg>
        <pc:picChg chg="add mod">
          <ac:chgData name="Jack Bond" userId="d0613b4d9d68792d" providerId="LiveId" clId="{DAEA3D54-AD02-4E1B-A73A-AB467D915B21}" dt="2026-04-07T22:37:00.213" v="1286" actId="1076"/>
          <ac:picMkLst>
            <pc:docMk/>
            <pc:sldMk cId="3346064594" sldId="274"/>
            <ac:picMk id="8" creationId="{BA7F8E22-76BD-475F-72C0-5F52AB0820D5}"/>
          </ac:picMkLst>
        </pc:picChg>
        <pc:picChg chg="del">
          <ac:chgData name="Jack Bond" userId="d0613b4d9d68792d" providerId="LiveId" clId="{DAEA3D54-AD02-4E1B-A73A-AB467D915B21}" dt="2026-04-07T22:36:56.864" v="1284" actId="478"/>
          <ac:picMkLst>
            <pc:docMk/>
            <pc:sldMk cId="3346064594" sldId="274"/>
            <ac:picMk id="9" creationId="{A5618EDC-4FE9-49B6-26FC-8479AA823BFC}"/>
          </ac:picMkLst>
        </pc:picChg>
        <pc:picChg chg="add del mod">
          <ac:chgData name="Jack Bond" userId="d0613b4d9d68792d" providerId="LiveId" clId="{DAEA3D54-AD02-4E1B-A73A-AB467D915B21}" dt="2026-04-07T22:36:55.840" v="1283" actId="21"/>
          <ac:picMkLst>
            <pc:docMk/>
            <pc:sldMk cId="3346064594" sldId="274"/>
            <ac:picMk id="12" creationId="{96CE7CAB-7429-18A0-5D81-50749E214FFE}"/>
          </ac:picMkLst>
        </pc:picChg>
        <pc:picChg chg="add del mod">
          <ac:chgData name="Jack Bond" userId="d0613b4d9d68792d" providerId="LiveId" clId="{DAEA3D54-AD02-4E1B-A73A-AB467D915B21}" dt="2026-04-07T22:36:55.840" v="1283" actId="21"/>
          <ac:picMkLst>
            <pc:docMk/>
            <pc:sldMk cId="3346064594" sldId="274"/>
            <ac:picMk id="13" creationId="{696E8E91-5EA1-36DE-77E8-55D7C8E29B4B}"/>
          </ac:picMkLst>
        </pc:picChg>
        <pc:picChg chg="add mod">
          <ac:chgData name="Jack Bond" userId="d0613b4d9d68792d" providerId="LiveId" clId="{DAEA3D54-AD02-4E1B-A73A-AB467D915B21}" dt="2026-04-07T22:36:57.213" v="1285"/>
          <ac:picMkLst>
            <pc:docMk/>
            <pc:sldMk cId="3346064594" sldId="274"/>
            <ac:picMk id="15" creationId="{96CE7CAB-7429-18A0-5D81-50749E214FFE}"/>
          </ac:picMkLst>
        </pc:picChg>
        <pc:picChg chg="add mod">
          <ac:chgData name="Jack Bond" userId="d0613b4d9d68792d" providerId="LiveId" clId="{DAEA3D54-AD02-4E1B-A73A-AB467D915B21}" dt="2026-04-07T22:36:57.213" v="1285"/>
          <ac:picMkLst>
            <pc:docMk/>
            <pc:sldMk cId="3346064594" sldId="274"/>
            <ac:picMk id="16" creationId="{696E8E91-5EA1-36DE-77E8-55D7C8E29B4B}"/>
          </ac:picMkLst>
        </pc:picChg>
        <pc:picChg chg="add mod">
          <ac:chgData name="Jack Bond" userId="d0613b4d9d68792d" providerId="LiveId" clId="{DAEA3D54-AD02-4E1B-A73A-AB467D915B21}" dt="2026-04-07T22:37:00.213" v="1286" actId="1076"/>
          <ac:picMkLst>
            <pc:docMk/>
            <pc:sldMk cId="3346064594" sldId="274"/>
            <ac:picMk id="1026" creationId="{0CBBD0EF-0921-2C2E-0223-5EA6289F31F2}"/>
          </ac:picMkLst>
        </pc:picChg>
      </pc:sldChg>
      <pc:sldChg chg="addSp delSp modSp new mod">
        <pc:chgData name="Jack Bond" userId="d0613b4d9d68792d" providerId="LiveId" clId="{DAEA3D54-AD02-4E1B-A73A-AB467D915B21}" dt="2026-04-07T22:17:02.924" v="1195" actId="1076"/>
        <pc:sldMkLst>
          <pc:docMk/>
          <pc:sldMk cId="4159412943" sldId="275"/>
        </pc:sldMkLst>
        <pc:grpChg chg="add del mod">
          <ac:chgData name="Jack Bond" userId="d0613b4d9d68792d" providerId="LiveId" clId="{DAEA3D54-AD02-4E1B-A73A-AB467D915B21}" dt="2026-04-07T22:13:44.912" v="1116" actId="478"/>
          <ac:grpSpMkLst>
            <pc:docMk/>
            <pc:sldMk cId="4159412943" sldId="275"/>
            <ac:grpSpMk id="8" creationId="{67C44254-E9FC-FB8F-65E5-2F4F439666D6}"/>
          </ac:grpSpMkLst>
        </pc:grpChg>
        <pc:grpChg chg="add del mod">
          <ac:chgData name="Jack Bond" userId="d0613b4d9d68792d" providerId="LiveId" clId="{DAEA3D54-AD02-4E1B-A73A-AB467D915B21}" dt="2026-04-07T22:15:18.181" v="1151" actId="478"/>
          <ac:grpSpMkLst>
            <pc:docMk/>
            <pc:sldMk cId="4159412943" sldId="275"/>
            <ac:grpSpMk id="13" creationId="{32001C95-6CC2-AD4E-63FF-1831F3A92580}"/>
          </ac:grpSpMkLst>
        </pc:grpChg>
        <pc:picChg chg="add del mod">
          <ac:chgData name="Jack Bond" userId="d0613b4d9d68792d" providerId="LiveId" clId="{DAEA3D54-AD02-4E1B-A73A-AB467D915B21}" dt="2026-04-07T22:17:00.181" v="1193" actId="478"/>
          <ac:picMkLst>
            <pc:docMk/>
            <pc:sldMk cId="4159412943" sldId="275"/>
            <ac:picMk id="3" creationId="{25D79052-5E45-90C7-595E-116A90FC40C2}"/>
          </ac:picMkLst>
        </pc:picChg>
        <pc:picChg chg="add del mod topLvl">
          <ac:chgData name="Jack Bond" userId="d0613b4d9d68792d" providerId="LiveId" clId="{DAEA3D54-AD02-4E1B-A73A-AB467D915B21}" dt="2026-04-07T22:13:44.912" v="1116" actId="478"/>
          <ac:picMkLst>
            <pc:docMk/>
            <pc:sldMk cId="4159412943" sldId="275"/>
            <ac:picMk id="4" creationId="{9ABC15DA-D5CC-7DA9-BA62-F36BA8979E3E}"/>
          </ac:picMkLst>
        </pc:picChg>
        <pc:picChg chg="add del mod">
          <ac:chgData name="Jack Bond" userId="d0613b4d9d68792d" providerId="LiveId" clId="{DAEA3D54-AD02-4E1B-A73A-AB467D915B21}" dt="2026-04-07T22:15:19.294" v="1152" actId="478"/>
          <ac:picMkLst>
            <pc:docMk/>
            <pc:sldMk cId="4159412943" sldId="275"/>
            <ac:picMk id="5" creationId="{DA312ED3-DDBE-3220-02C9-2A775CAF60C0}"/>
          </ac:picMkLst>
        </pc:picChg>
        <pc:picChg chg="add del mod topLvl">
          <ac:chgData name="Jack Bond" userId="d0613b4d9d68792d" providerId="LiveId" clId="{DAEA3D54-AD02-4E1B-A73A-AB467D915B21}" dt="2026-04-07T22:13:44.912" v="1116" actId="478"/>
          <ac:picMkLst>
            <pc:docMk/>
            <pc:sldMk cId="4159412943" sldId="275"/>
            <ac:picMk id="7" creationId="{87979C90-791F-CC68-55EC-E4575CBB8919}"/>
          </ac:picMkLst>
        </pc:picChg>
        <pc:picChg chg="add mod">
          <ac:chgData name="Jack Bond" userId="d0613b4d9d68792d" providerId="LiveId" clId="{DAEA3D54-AD02-4E1B-A73A-AB467D915B21}" dt="2026-04-07T22:14:44.786" v="1144" actId="14100"/>
          <ac:picMkLst>
            <pc:docMk/>
            <pc:sldMk cId="4159412943" sldId="275"/>
            <ac:picMk id="10" creationId="{3E7C88AA-161D-9B45-FBA3-26966722EDD0}"/>
          </ac:picMkLst>
        </pc:picChg>
        <pc:picChg chg="add mod">
          <ac:chgData name="Jack Bond" userId="d0613b4d9d68792d" providerId="LiveId" clId="{DAEA3D54-AD02-4E1B-A73A-AB467D915B21}" dt="2026-04-07T22:14:52.510" v="1147" actId="1076"/>
          <ac:picMkLst>
            <pc:docMk/>
            <pc:sldMk cId="4159412943" sldId="275"/>
            <ac:picMk id="12" creationId="{D83DC3D6-894F-423C-0897-DFA240791CCA}"/>
          </ac:picMkLst>
        </pc:picChg>
        <pc:picChg chg="add mod">
          <ac:chgData name="Jack Bond" userId="d0613b4d9d68792d" providerId="LiveId" clId="{DAEA3D54-AD02-4E1B-A73A-AB467D915B21}" dt="2026-04-07T22:17:02.924" v="1195" actId="1076"/>
          <ac:picMkLst>
            <pc:docMk/>
            <pc:sldMk cId="4159412943" sldId="275"/>
            <ac:picMk id="15" creationId="{7F05C10C-AAD8-C22C-59B4-6B86B9FCD8FF}"/>
          </ac:picMkLst>
        </pc:picChg>
        <pc:picChg chg="add del mod">
          <ac:chgData name="Jack Bond" userId="d0613b4d9d68792d" providerId="LiveId" clId="{DAEA3D54-AD02-4E1B-A73A-AB467D915B21}" dt="2026-04-07T22:16:25.327" v="1185" actId="478"/>
          <ac:picMkLst>
            <pc:docMk/>
            <pc:sldMk cId="4159412943" sldId="275"/>
            <ac:picMk id="17" creationId="{1FE32FE8-01EB-E697-82A8-5F458037B2FE}"/>
          </ac:picMkLst>
        </pc:picChg>
        <pc:picChg chg="add mod">
          <ac:chgData name="Jack Bond" userId="d0613b4d9d68792d" providerId="LiveId" clId="{DAEA3D54-AD02-4E1B-A73A-AB467D915B21}" dt="2026-04-07T22:17:02.924" v="1195" actId="1076"/>
          <ac:picMkLst>
            <pc:docMk/>
            <pc:sldMk cId="4159412943" sldId="275"/>
            <ac:picMk id="19" creationId="{DF83601C-65BF-B2B2-8B89-71294746BD8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is may contain: a woman with long hair sitting in the woods next to a cat and holding an animal">
            <a:extLst>
              <a:ext uri="{FF2B5EF4-FFF2-40B4-BE49-F238E27FC236}">
                <a16:creationId xmlns:a16="http://schemas.microsoft.com/office/drawing/2014/main" id="{0CBBD0EF-0921-2C2E-0223-5EA6289F31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66" t="7094" r="-5280" b="26701"/>
          <a:stretch>
            <a:fillRect/>
          </a:stretch>
        </p:blipFill>
        <p:spPr bwMode="auto">
          <a:xfrm rot="1430103">
            <a:off x="197730" y="4933104"/>
            <a:ext cx="3465287" cy="33274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This may contain: a woman with long hair sitting in the woods next to a cat and holding an animal">
            <a:extLst>
              <a:ext uri="{FF2B5EF4-FFF2-40B4-BE49-F238E27FC236}">
                <a16:creationId xmlns:a16="http://schemas.microsoft.com/office/drawing/2014/main" id="{BA7F8E22-76BD-475F-72C0-5F52AB0820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66" t="7094" r="-5280" b="26701"/>
          <a:stretch>
            <a:fillRect/>
          </a:stretch>
        </p:blipFill>
        <p:spPr bwMode="auto">
          <a:xfrm rot="20169897" flipV="1">
            <a:off x="197731" y="1796204"/>
            <a:ext cx="3465287" cy="33274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CE7CAB-7429-18A0-5D81-50749E214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-1694"/>
            <a:ext cx="3592285" cy="5029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6E8E91-5EA1-36DE-77E8-55D7C8E29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199" y="5029200"/>
            <a:ext cx="359228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6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F05C10C-AAD8-C22C-59B4-6B86B9FCD8F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680" y="1233714"/>
            <a:ext cx="5784942" cy="80844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83601C-65BF-B2B2-8B89-71294746BD8B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3" y="7754627"/>
            <a:ext cx="3997708" cy="207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412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10118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2026-04-07T22:37:01Z</dcterms:modified>
</cp:coreProperties>
</file>