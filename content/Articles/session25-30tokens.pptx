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1" r:id="rId2"/>
    <p:sldId id="262" r:id="rId3"/>
    <p:sldId id="263" r:id="rId4"/>
    <p:sldId id="264" r:id="rId5"/>
  </p:sldIdLst>
  <p:sldSz cx="77724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55" d="100"/>
          <a:sy n="55" d="100"/>
        </p:scale>
        <p:origin x="1860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092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878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/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17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428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408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039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134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895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618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484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124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BEB1E-4C7A-4CCA-99B1-324C18C730E6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34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microsoft.com/office/2007/relationships/hdphoto" Target="../media/hdphoto5.wdp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microsoft.com/office/2007/relationships/hdphoto" Target="../media/hdphoto7.wdp"/><Relationship Id="rId5" Type="http://schemas.openxmlformats.org/officeDocument/2006/relationships/image" Target="../media/image8.png"/><Relationship Id="rId4" Type="http://schemas.microsoft.com/office/2007/relationships/hdphoto" Target="../media/hdphoto6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727430F-2D19-B6D7-FAE0-48D1C32609B0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434" y="5159082"/>
            <a:ext cx="7013532" cy="475166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5EE7E7B-D8BD-DBE0-4859-A2FDB9985FB6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brightnessContrast bright="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569" y="802731"/>
            <a:ext cx="3287812" cy="35590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7E82C16-C511-9F4A-5797-F78C59038F28}"/>
              </a:ext>
            </a:extLst>
          </p:cNvPr>
          <p:cNvPicPr>
            <a:picLocks noChangeAspect="1"/>
          </p:cNvPicPr>
          <p:nvPr/>
        </p:nvPicPr>
        <p:blipFill>
          <a:blip r:embed="rId6">
            <a:biLevel thresh="75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  <a14:imgEffect>
                      <a14:brightnessContrast bright="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9515" y="802731"/>
            <a:ext cx="3287812" cy="4356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8447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871969-768C-A85E-8AE4-37626C44E6EA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276" y="896530"/>
            <a:ext cx="6715847" cy="5548969"/>
          </a:xfrm>
          <a:prstGeom prst="rect">
            <a:avLst/>
          </a:prstGeom>
        </p:spPr>
      </p:pic>
      <p:pic>
        <p:nvPicPr>
          <p:cNvPr id="9" name="Picture 8" descr="A close-up of a card&#10;&#10;AI-generated content may be incorrect.">
            <a:extLst>
              <a:ext uri="{FF2B5EF4-FFF2-40B4-BE49-F238E27FC236}">
                <a16:creationId xmlns:a16="http://schemas.microsoft.com/office/drawing/2014/main" id="{C814A456-40E1-6CC2-BA0B-2EC9C69501FA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277" y="6445499"/>
            <a:ext cx="6715846" cy="3433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59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9BCB1689-DC92-B176-C20D-FDF7208291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11" y="5029205"/>
            <a:ext cx="3592282" cy="5029195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37E4D900-E2ED-A9D9-43A3-DAB8434607FC}"/>
              </a:ext>
            </a:extLst>
          </p:cNvPr>
          <p:cNvGrpSpPr/>
          <p:nvPr/>
        </p:nvGrpSpPr>
        <p:grpSpPr>
          <a:xfrm rot="16200000">
            <a:off x="-65251" y="1077749"/>
            <a:ext cx="4645667" cy="3257235"/>
            <a:chOff x="359529" y="1290861"/>
            <a:chExt cx="4645667" cy="3257235"/>
          </a:xfrm>
        </p:grpSpPr>
        <p:pic>
          <p:nvPicPr>
            <p:cNvPr id="1028" name="Picture 4" descr="Beast Fables - The Feathered Serpent by NazRigar on DeviantArt">
              <a:extLst>
                <a:ext uri="{FF2B5EF4-FFF2-40B4-BE49-F238E27FC236}">
                  <a16:creationId xmlns:a16="http://schemas.microsoft.com/office/drawing/2014/main" id="{39DE3BDD-4159-B037-24D7-39B97F79917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DCD1B3"/>
                </a:clrFrom>
                <a:clrTo>
                  <a:srgbClr val="DCD1B3">
                    <a:alpha val="0"/>
                  </a:srgbClr>
                </a:clrTo>
              </a:clrChang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34" b="94703" l="5233" r="93798">
                          <a14:foregroundMark x1="6395" y1="29199" x2="7171" y2="53618"/>
                          <a14:foregroundMark x1="7171" y1="53618" x2="15310" y2="49354"/>
                          <a14:foregroundMark x1="15310" y1="49354" x2="15213" y2="31266"/>
                          <a14:foregroundMark x1="15213" y1="31266" x2="8624" y2="24935"/>
                          <a14:foregroundMark x1="8624" y1="24935" x2="5329" y2="26744"/>
                          <a14:foregroundMark x1="21996" y1="10078" x2="31202" y2="12403"/>
                          <a14:foregroundMark x1="31202" y1="12403" x2="34496" y2="3230"/>
                          <a14:foregroundMark x1="34496" y1="3230" x2="26163" y2="1163"/>
                          <a14:foregroundMark x1="26163" y1="1163" x2="21996" y2="8656"/>
                          <a14:foregroundMark x1="21996" y1="8656" x2="22287" y2="10724"/>
                          <a14:foregroundMark x1="24322" y1="2584" x2="30814" y2="13695"/>
                          <a14:foregroundMark x1="30814" y1="13695" x2="34884" y2="2842"/>
                          <a14:foregroundMark x1="34884" y1="2842" x2="25581" y2="1550"/>
                          <a14:foregroundMark x1="25581" y1="1550" x2="23837" y2="2713"/>
                          <a14:foregroundMark x1="31783" y1="23127" x2="31783" y2="23127"/>
                          <a14:foregroundMark x1="32171" y1="21576" x2="32461" y2="30879"/>
                          <a14:foregroundMark x1="32461" y1="30879" x2="37306" y2="23385"/>
                          <a14:foregroundMark x1="37306" y1="23385" x2="33527" y2="22351"/>
                          <a14:foregroundMark x1="29167" y1="25581" x2="29942" y2="26615"/>
                          <a14:foregroundMark x1="31395" y1="27519" x2="37791" y2="22351"/>
                          <a14:foregroundMark x1="37791" y1="22351" x2="35465" y2="8527"/>
                          <a14:foregroundMark x1="35465" y1="8527" x2="30523" y2="1034"/>
                          <a14:foregroundMark x1="30523" y1="1034" x2="21318" y2="5168"/>
                          <a14:foregroundMark x1="21318" y1="5168" x2="29070" y2="27519"/>
                          <a14:foregroundMark x1="29070" y1="27519" x2="32946" y2="29199"/>
                          <a14:foregroundMark x1="29264" y1="25065" x2="31395" y2="25452"/>
                          <a14:foregroundMark x1="37597" y1="19767" x2="34302" y2="9819"/>
                          <a14:foregroundMark x1="34302" y1="9819" x2="22771" y2="6718"/>
                          <a14:foregroundMark x1="22771" y1="6718" x2="11434" y2="24677"/>
                          <a14:foregroundMark x1="11434" y1="24677" x2="18023" y2="29457"/>
                          <a14:foregroundMark x1="18023" y1="29457" x2="18895" y2="37339"/>
                          <a14:foregroundMark x1="6298" y1="31137" x2="6395" y2="37209"/>
                          <a14:foregroundMark x1="7267" y1="28941" x2="6783" y2="32558"/>
                          <a14:foregroundMark x1="22384" y1="89535" x2="40213" y2="92377"/>
                          <a14:foregroundMark x1="40213" y1="92377" x2="27422" y2="88114"/>
                          <a14:foregroundMark x1="27422" y1="88114" x2="42345" y2="91860"/>
                          <a14:foregroundMark x1="42345" y1="91860" x2="42733" y2="89147"/>
                          <a14:foregroundMark x1="19864" y1="81266" x2="19864" y2="81266"/>
                          <a14:foregroundMark x1="14050" y1="79328" x2="19961" y2="87468"/>
                          <a14:foregroundMark x1="19961" y1="87468" x2="19089" y2="86693"/>
                          <a14:foregroundMark x1="28198" y1="81395" x2="28198" y2="81395"/>
                          <a14:foregroundMark x1="33140" y1="70543" x2="40116" y2="76873"/>
                          <a14:foregroundMark x1="40116" y1="76873" x2="35465" y2="67313"/>
                          <a14:foregroundMark x1="35465" y1="67313" x2="30329" y2="73385"/>
                          <a14:foregroundMark x1="33333" y1="72610" x2="34205" y2="62661"/>
                          <a14:foregroundMark x1="34205" y1="62661" x2="33236" y2="67054"/>
                          <a14:foregroundMark x1="30814" y1="70543" x2="35756" y2="61499"/>
                          <a14:foregroundMark x1="35756" y1="61499" x2="31202" y2="72997"/>
                          <a14:foregroundMark x1="31202" y1="72997" x2="29457" y2="70543"/>
                          <a14:foregroundMark x1="30814" y1="67442" x2="31492" y2="68217"/>
                          <a14:foregroundMark x1="30523" y1="71964" x2="30136" y2="59561"/>
                          <a14:foregroundMark x1="30136" y1="59561" x2="29845" y2="70672"/>
                          <a14:foregroundMark x1="29845" y1="70672" x2="31105" y2="64599"/>
                          <a14:foregroundMark x1="11822" y1="53359" x2="29942" y2="59948"/>
                          <a14:foregroundMark x1="29942" y1="59948" x2="21802" y2="56589"/>
                          <a14:foregroundMark x1="21802" y1="56589" x2="28585" y2="60982"/>
                          <a14:foregroundMark x1="16085" y1="58915" x2="9302" y2="53230"/>
                          <a14:foregroundMark x1="9302" y1="53230" x2="10950" y2="53488"/>
                          <a14:foregroundMark x1="10950" y1="55039" x2="7171" y2="53230"/>
                          <a14:foregroundMark x1="9593" y1="55556" x2="12791" y2="57623"/>
                          <a14:foregroundMark x1="9109" y1="56072" x2="11822" y2="56202"/>
                          <a14:foregroundMark x1="31783" y1="36951" x2="29264" y2="25711"/>
                          <a14:foregroundMark x1="35078" y1="28165" x2="37500" y2="23385"/>
                          <a14:foregroundMark x1="35368" y1="30233" x2="33915" y2="32041"/>
                          <a14:foregroundMark x1="33915" y1="32041" x2="36725" y2="26098"/>
                          <a14:foregroundMark x1="36143" y1="27649" x2="36434" y2="26098"/>
                          <a14:foregroundMark x1="33624" y1="32171" x2="34012" y2="32946"/>
                          <a14:foregroundMark x1="33624" y1="33979" x2="33430" y2="33850"/>
                          <a14:foregroundMark x1="43895" y1="75452" x2="50678" y2="78424"/>
                          <a14:foregroundMark x1="50678" y1="78424" x2="59109" y2="78682"/>
                          <a14:foregroundMark x1="59109" y1="78682" x2="51550" y2="75065"/>
                          <a14:foregroundMark x1="51550" y1="75065" x2="42636" y2="81008"/>
                          <a14:foregroundMark x1="42636" y1="81008" x2="39244" y2="71576"/>
                          <a14:foregroundMark x1="39244" y1="71576" x2="46512" y2="72610"/>
                          <a14:foregroundMark x1="46512" y1="72610" x2="55717" y2="68605"/>
                          <a14:foregroundMark x1="55717" y1="68605" x2="47674" y2="73902"/>
                          <a14:foregroundMark x1="47674" y1="73902" x2="55426" y2="73127"/>
                          <a14:foregroundMark x1="55426" y1="73127" x2="46609" y2="70930"/>
                          <a14:foregroundMark x1="46609" y1="70930" x2="56298" y2="76615"/>
                          <a14:foregroundMark x1="56298" y1="76615" x2="63663" y2="76227"/>
                          <a14:foregroundMark x1="63663" y1="76227" x2="45155" y2="69121"/>
                          <a14:foregroundMark x1="45155" y1="69121" x2="39438" y2="71835"/>
                          <a14:foregroundMark x1="63760" y1="94574" x2="71027" y2="93023"/>
                          <a14:foregroundMark x1="71027" y1="93023" x2="64147" y2="94832"/>
                          <a14:foregroundMark x1="64147" y1="94832" x2="78973" y2="88760"/>
                          <a14:foregroundMark x1="78973" y1="88760" x2="79264" y2="73256"/>
                          <a14:foregroundMark x1="79264" y1="73256" x2="79748" y2="82946"/>
                          <a14:foregroundMark x1="79748" y1="82946" x2="69380" y2="91860"/>
                          <a14:foregroundMark x1="69380" y1="91860" x2="49225" y2="92506"/>
                          <a14:foregroundMark x1="49225" y1="92506" x2="56589" y2="94961"/>
                          <a14:foregroundMark x1="56589" y1="94961" x2="49031" y2="94961"/>
                          <a14:foregroundMark x1="49031" y1="94961" x2="74709" y2="90568"/>
                          <a14:foregroundMark x1="74709" y1="90568" x2="78876" y2="82946"/>
                          <a14:foregroundMark x1="78876" y1="82946" x2="78585" y2="71705"/>
                          <a14:foregroundMark x1="78585" y1="71705" x2="53779" y2="58656"/>
                          <a14:foregroundMark x1="53779" y1="58656" x2="69380" y2="66537"/>
                          <a14:foregroundMark x1="69380" y1="66537" x2="54942" y2="58915"/>
                          <a14:foregroundMark x1="54942" y1="58915" x2="63081" y2="62532"/>
                          <a14:foregroundMark x1="63081" y1="62532" x2="45736" y2="58010"/>
                          <a14:foregroundMark x1="45736" y1="58010" x2="47481" y2="56589"/>
                          <a14:foregroundMark x1="59302" y1="93798" x2="66570" y2="94186"/>
                          <a14:foregroundMark x1="66570" y1="94186" x2="61725" y2="93669"/>
                          <a14:foregroundMark x1="61725" y1="93669" x2="62500" y2="94444"/>
                          <a14:foregroundMark x1="62500" y1="94444" x2="55523" y2="93669"/>
                          <a14:foregroundMark x1="55523" y1="93669" x2="56395" y2="94444"/>
                          <a14:foregroundMark x1="55426" y1="92894" x2="56783" y2="93798"/>
                          <a14:foregroundMark x1="71415" y1="89018" x2="71415" y2="89018"/>
                          <a14:foregroundMark x1="78876" y1="85659" x2="79748" y2="84109"/>
                          <a14:foregroundMark x1="79748" y1="84109" x2="79360" y2="73127"/>
                          <a14:foregroundMark x1="79360" y1="73127" x2="78682" y2="72093"/>
                          <a14:foregroundMark x1="78682" y1="72093" x2="81202" y2="83463"/>
                          <a14:foregroundMark x1="81202" y1="83463" x2="80136" y2="73256"/>
                          <a14:foregroundMark x1="80136" y1="73256" x2="79360" y2="85142"/>
                          <a14:foregroundMark x1="79360" y1="85142" x2="80136" y2="85530"/>
                          <a14:foregroundMark x1="34399" y1="46382" x2="33527" y2="47416"/>
                          <a14:foregroundMark x1="34496" y1="49871" x2="42829" y2="56718"/>
                          <a14:foregroundMark x1="42829" y1="56718" x2="35562" y2="51421"/>
                          <a14:foregroundMark x1="35562" y1="51421" x2="41570" y2="56331"/>
                          <a14:foregroundMark x1="41570" y1="56331" x2="33624" y2="50000"/>
                          <a14:foregroundMark x1="33624" y1="50000" x2="33915" y2="51809"/>
                          <a14:foregroundMark x1="35368" y1="47287" x2="36434" y2="46641"/>
                          <a14:foregroundMark x1="36337" y1="39664" x2="38760" y2="39922"/>
                          <a14:foregroundMark x1="35659" y1="34884" x2="35368" y2="35013"/>
                          <a14:foregroundMark x1="34399" y1="34496" x2="34109" y2="34367"/>
                          <a14:foregroundMark x1="34981" y1="36951" x2="35562" y2="35271"/>
                          <a14:foregroundMark x1="35756" y1="35401" x2="35562" y2="35142"/>
                          <a14:foregroundMark x1="35659" y1="35142" x2="35271" y2="35142"/>
                          <a14:foregroundMark x1="35271" y1="35142" x2="40213" y2="40439"/>
                          <a14:foregroundMark x1="38081" y1="41860" x2="40213" y2="42506"/>
                          <a14:foregroundMark x1="36434" y1="42894" x2="39244" y2="44186"/>
                          <a14:foregroundMark x1="38857" y1="44186" x2="36822" y2="46382"/>
                          <a14:foregroundMark x1="37597" y1="45607" x2="38566" y2="44444"/>
                          <a14:foregroundMark x1="38566" y1="44444" x2="39341" y2="44961"/>
                          <a14:foregroundMark x1="40988" y1="41860" x2="40019" y2="44186"/>
                          <a14:foregroundMark x1="40213" y1="41085" x2="40213" y2="39276"/>
                          <a14:foregroundMark x1="40019" y1="39018" x2="36628" y2="36047"/>
                          <a14:foregroundMark x1="35756" y1="35142" x2="40601" y2="38243"/>
                          <a14:foregroundMark x1="42829" y1="54910" x2="50097" y2="51292"/>
                          <a14:foregroundMark x1="50097" y1="51292" x2="57461" y2="50646"/>
                          <a14:foregroundMark x1="57461" y1="50646" x2="71221" y2="52842"/>
                          <a14:foregroundMark x1="42636" y1="55556" x2="38760" y2="53359"/>
                          <a14:foregroundMark x1="42248" y1="54393" x2="43411" y2="54522"/>
                          <a14:foregroundMark x1="43411" y1="54522" x2="46221" y2="52842"/>
                          <a14:foregroundMark x1="45349" y1="52713" x2="43992" y2="55039"/>
                          <a14:foregroundMark x1="44477" y1="52713" x2="44477" y2="52455"/>
                          <a14:foregroundMark x1="44574" y1="52842" x2="46221" y2="52842"/>
                          <a14:foregroundMark x1="53779" y1="49354" x2="55136" y2="50258"/>
                          <a14:foregroundMark x1="53295" y1="51292" x2="51744" y2="50129"/>
                          <a14:foregroundMark x1="53198" y1="52067" x2="53488" y2="49483"/>
                          <a14:foregroundMark x1="50484" y1="50646" x2="47578" y2="51809"/>
                          <a14:foregroundMark x1="67442" y1="53747" x2="56977" y2="61628"/>
                          <a14:foregroundMark x1="56977" y1="61628" x2="59012" y2="60982"/>
                          <a14:foregroundMark x1="67248" y1="54651" x2="68508" y2="54134"/>
                          <a14:foregroundMark x1="90213" y1="46641" x2="93217" y2="40698"/>
                          <a14:foregroundMark x1="92636" y1="57235" x2="92733" y2="56202"/>
                          <a14:foregroundMark x1="93023" y1="56072" x2="93798" y2="57106"/>
                          <a14:foregroundMark x1="92539" y1="50258" x2="93411" y2="50258"/>
                          <a14:foregroundMark x1="92248" y1="50904" x2="92636" y2="49742"/>
                          <a14:backgroundMark x1="42248" y1="45220" x2="42248" y2="45220"/>
                          <a14:backgroundMark x1="42248" y1="45220" x2="41764" y2="43152"/>
                          <a14:backgroundMark x1="42248" y1="45349" x2="41473" y2="45349"/>
                        </a14:backgroundRemoval>
                      </a14:imgEffect>
                      <a14:imgEffect>
                        <a14:sharpenSoften amount="5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2155115" y="1698016"/>
              <a:ext cx="3257235" cy="24429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" name="Picture 4" descr="Beast Fables - The Feathered Serpent by NazRigar on DeviantArt">
              <a:extLst>
                <a:ext uri="{FF2B5EF4-FFF2-40B4-BE49-F238E27FC236}">
                  <a16:creationId xmlns:a16="http://schemas.microsoft.com/office/drawing/2014/main" id="{14B7C777-DCDF-DF36-9D26-7413E600656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DCD1B3"/>
                </a:clrFrom>
                <a:clrTo>
                  <a:srgbClr val="DCD1B3">
                    <a:alpha val="0"/>
                  </a:srgbClr>
                </a:clrTo>
              </a:clrChang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34" b="94703" l="5233" r="93798">
                          <a14:foregroundMark x1="6395" y1="29199" x2="7171" y2="53618"/>
                          <a14:foregroundMark x1="7171" y1="53618" x2="15310" y2="49354"/>
                          <a14:foregroundMark x1="15310" y1="49354" x2="15213" y2="31266"/>
                          <a14:foregroundMark x1="15213" y1="31266" x2="8624" y2="24935"/>
                          <a14:foregroundMark x1="8624" y1="24935" x2="5329" y2="26744"/>
                          <a14:foregroundMark x1="21996" y1="10078" x2="31202" y2="12403"/>
                          <a14:foregroundMark x1="31202" y1="12403" x2="34496" y2="3230"/>
                          <a14:foregroundMark x1="34496" y1="3230" x2="26163" y2="1163"/>
                          <a14:foregroundMark x1="26163" y1="1163" x2="21996" y2="8656"/>
                          <a14:foregroundMark x1="21996" y1="8656" x2="22287" y2="10724"/>
                          <a14:foregroundMark x1="24322" y1="2584" x2="30814" y2="13695"/>
                          <a14:foregroundMark x1="30814" y1="13695" x2="34884" y2="2842"/>
                          <a14:foregroundMark x1="34884" y1="2842" x2="25581" y2="1550"/>
                          <a14:foregroundMark x1="25581" y1="1550" x2="23837" y2="2713"/>
                          <a14:foregroundMark x1="31783" y1="23127" x2="31783" y2="23127"/>
                          <a14:foregroundMark x1="32171" y1="21576" x2="32461" y2="30879"/>
                          <a14:foregroundMark x1="32461" y1="30879" x2="37306" y2="23385"/>
                          <a14:foregroundMark x1="37306" y1="23385" x2="33527" y2="22351"/>
                          <a14:foregroundMark x1="29167" y1="25581" x2="29942" y2="26615"/>
                          <a14:foregroundMark x1="31395" y1="27519" x2="37791" y2="22351"/>
                          <a14:foregroundMark x1="37791" y1="22351" x2="35465" y2="8527"/>
                          <a14:foregroundMark x1="35465" y1="8527" x2="30523" y2="1034"/>
                          <a14:foregroundMark x1="30523" y1="1034" x2="21318" y2="5168"/>
                          <a14:foregroundMark x1="21318" y1="5168" x2="29070" y2="27519"/>
                          <a14:foregroundMark x1="29070" y1="27519" x2="32946" y2="29199"/>
                          <a14:foregroundMark x1="29264" y1="25065" x2="31395" y2="25452"/>
                          <a14:foregroundMark x1="37597" y1="19767" x2="34302" y2="9819"/>
                          <a14:foregroundMark x1="34302" y1="9819" x2="22771" y2="6718"/>
                          <a14:foregroundMark x1="22771" y1="6718" x2="11434" y2="24677"/>
                          <a14:foregroundMark x1="11434" y1="24677" x2="18023" y2="29457"/>
                          <a14:foregroundMark x1="18023" y1="29457" x2="18895" y2="37339"/>
                          <a14:foregroundMark x1="6298" y1="31137" x2="6395" y2="37209"/>
                          <a14:foregroundMark x1="7267" y1="28941" x2="6783" y2="32558"/>
                          <a14:foregroundMark x1="22384" y1="89535" x2="40213" y2="92377"/>
                          <a14:foregroundMark x1="40213" y1="92377" x2="27422" y2="88114"/>
                          <a14:foregroundMark x1="27422" y1="88114" x2="42345" y2="91860"/>
                          <a14:foregroundMark x1="42345" y1="91860" x2="42733" y2="89147"/>
                          <a14:foregroundMark x1="19864" y1="81266" x2="19864" y2="81266"/>
                          <a14:foregroundMark x1="14050" y1="79328" x2="19961" y2="87468"/>
                          <a14:foregroundMark x1="19961" y1="87468" x2="19089" y2="86693"/>
                          <a14:foregroundMark x1="28198" y1="81395" x2="28198" y2="81395"/>
                          <a14:foregroundMark x1="33140" y1="70543" x2="40116" y2="76873"/>
                          <a14:foregroundMark x1="40116" y1="76873" x2="35465" y2="67313"/>
                          <a14:foregroundMark x1="35465" y1="67313" x2="30329" y2="73385"/>
                          <a14:foregroundMark x1="33333" y1="72610" x2="34205" y2="62661"/>
                          <a14:foregroundMark x1="34205" y1="62661" x2="33236" y2="67054"/>
                          <a14:foregroundMark x1="30814" y1="70543" x2="35756" y2="61499"/>
                          <a14:foregroundMark x1="35756" y1="61499" x2="31202" y2="72997"/>
                          <a14:foregroundMark x1="31202" y1="72997" x2="29457" y2="70543"/>
                          <a14:foregroundMark x1="30814" y1="67442" x2="31492" y2="68217"/>
                          <a14:foregroundMark x1="30523" y1="71964" x2="30136" y2="59561"/>
                          <a14:foregroundMark x1="30136" y1="59561" x2="29845" y2="70672"/>
                          <a14:foregroundMark x1="29845" y1="70672" x2="31105" y2="64599"/>
                          <a14:foregroundMark x1="11822" y1="53359" x2="29942" y2="59948"/>
                          <a14:foregroundMark x1="29942" y1="59948" x2="21802" y2="56589"/>
                          <a14:foregroundMark x1="21802" y1="56589" x2="28585" y2="60982"/>
                          <a14:foregroundMark x1="16085" y1="58915" x2="9302" y2="53230"/>
                          <a14:foregroundMark x1="9302" y1="53230" x2="10950" y2="53488"/>
                          <a14:foregroundMark x1="10950" y1="55039" x2="7171" y2="53230"/>
                          <a14:foregroundMark x1="9593" y1="55556" x2="12791" y2="57623"/>
                          <a14:foregroundMark x1="9109" y1="56072" x2="11822" y2="56202"/>
                          <a14:foregroundMark x1="31783" y1="36951" x2="29264" y2="25711"/>
                          <a14:foregroundMark x1="35078" y1="28165" x2="37500" y2="23385"/>
                          <a14:foregroundMark x1="35368" y1="30233" x2="33915" y2="32041"/>
                          <a14:foregroundMark x1="33915" y1="32041" x2="36725" y2="26098"/>
                          <a14:foregroundMark x1="36143" y1="27649" x2="36434" y2="26098"/>
                          <a14:foregroundMark x1="33624" y1="32171" x2="34012" y2="32946"/>
                          <a14:foregroundMark x1="33624" y1="33979" x2="33430" y2="33850"/>
                          <a14:foregroundMark x1="43895" y1="75452" x2="50678" y2="78424"/>
                          <a14:foregroundMark x1="50678" y1="78424" x2="59109" y2="78682"/>
                          <a14:foregroundMark x1="59109" y1="78682" x2="51550" y2="75065"/>
                          <a14:foregroundMark x1="51550" y1="75065" x2="42636" y2="81008"/>
                          <a14:foregroundMark x1="42636" y1="81008" x2="39244" y2="71576"/>
                          <a14:foregroundMark x1="39244" y1="71576" x2="46512" y2="72610"/>
                          <a14:foregroundMark x1="46512" y1="72610" x2="55717" y2="68605"/>
                          <a14:foregroundMark x1="55717" y1="68605" x2="47674" y2="73902"/>
                          <a14:foregroundMark x1="47674" y1="73902" x2="55426" y2="73127"/>
                          <a14:foregroundMark x1="55426" y1="73127" x2="46609" y2="70930"/>
                          <a14:foregroundMark x1="46609" y1="70930" x2="56298" y2="76615"/>
                          <a14:foregroundMark x1="56298" y1="76615" x2="63663" y2="76227"/>
                          <a14:foregroundMark x1="63663" y1="76227" x2="45155" y2="69121"/>
                          <a14:foregroundMark x1="45155" y1="69121" x2="39438" y2="71835"/>
                          <a14:foregroundMark x1="63760" y1="94574" x2="71027" y2="93023"/>
                          <a14:foregroundMark x1="71027" y1="93023" x2="64147" y2="94832"/>
                          <a14:foregroundMark x1="64147" y1="94832" x2="78973" y2="88760"/>
                          <a14:foregroundMark x1="78973" y1="88760" x2="79264" y2="73256"/>
                          <a14:foregroundMark x1="79264" y1="73256" x2="79748" y2="82946"/>
                          <a14:foregroundMark x1="79748" y1="82946" x2="69380" y2="91860"/>
                          <a14:foregroundMark x1="69380" y1="91860" x2="49225" y2="92506"/>
                          <a14:foregroundMark x1="49225" y1="92506" x2="56589" y2="94961"/>
                          <a14:foregroundMark x1="56589" y1="94961" x2="49031" y2="94961"/>
                          <a14:foregroundMark x1="49031" y1="94961" x2="74709" y2="90568"/>
                          <a14:foregroundMark x1="74709" y1="90568" x2="78876" y2="82946"/>
                          <a14:foregroundMark x1="78876" y1="82946" x2="78585" y2="71705"/>
                          <a14:foregroundMark x1="78585" y1="71705" x2="53779" y2="58656"/>
                          <a14:foregroundMark x1="53779" y1="58656" x2="69380" y2="66537"/>
                          <a14:foregroundMark x1="69380" y1="66537" x2="54942" y2="58915"/>
                          <a14:foregroundMark x1="54942" y1="58915" x2="63081" y2="62532"/>
                          <a14:foregroundMark x1="63081" y1="62532" x2="45736" y2="58010"/>
                          <a14:foregroundMark x1="45736" y1="58010" x2="47481" y2="56589"/>
                          <a14:foregroundMark x1="59302" y1="93798" x2="66570" y2="94186"/>
                          <a14:foregroundMark x1="66570" y1="94186" x2="61725" y2="93669"/>
                          <a14:foregroundMark x1="61725" y1="93669" x2="62500" y2="94444"/>
                          <a14:foregroundMark x1="62500" y1="94444" x2="55523" y2="93669"/>
                          <a14:foregroundMark x1="55523" y1="93669" x2="56395" y2="94444"/>
                          <a14:foregroundMark x1="55426" y1="92894" x2="56783" y2="93798"/>
                          <a14:foregroundMark x1="71415" y1="89018" x2="71415" y2="89018"/>
                          <a14:foregroundMark x1="78876" y1="85659" x2="79748" y2="84109"/>
                          <a14:foregroundMark x1="79748" y1="84109" x2="79360" y2="73127"/>
                          <a14:foregroundMark x1="79360" y1="73127" x2="78682" y2="72093"/>
                          <a14:foregroundMark x1="78682" y1="72093" x2="81202" y2="83463"/>
                          <a14:foregroundMark x1="81202" y1="83463" x2="80136" y2="73256"/>
                          <a14:foregroundMark x1="80136" y1="73256" x2="79360" y2="85142"/>
                          <a14:foregroundMark x1="79360" y1="85142" x2="80136" y2="85530"/>
                          <a14:foregroundMark x1="34399" y1="46382" x2="33527" y2="47416"/>
                          <a14:foregroundMark x1="34496" y1="49871" x2="42829" y2="56718"/>
                          <a14:foregroundMark x1="42829" y1="56718" x2="35562" y2="51421"/>
                          <a14:foregroundMark x1="35562" y1="51421" x2="41570" y2="56331"/>
                          <a14:foregroundMark x1="41570" y1="56331" x2="33624" y2="50000"/>
                          <a14:foregroundMark x1="33624" y1="50000" x2="33915" y2="51809"/>
                          <a14:foregroundMark x1="35368" y1="47287" x2="36434" y2="46641"/>
                          <a14:foregroundMark x1="36337" y1="39664" x2="38760" y2="39922"/>
                          <a14:foregroundMark x1="35659" y1="34884" x2="35368" y2="35013"/>
                          <a14:foregroundMark x1="34399" y1="34496" x2="34109" y2="34367"/>
                          <a14:foregroundMark x1="34981" y1="36951" x2="35562" y2="35271"/>
                          <a14:foregroundMark x1="35756" y1="35401" x2="35562" y2="35142"/>
                          <a14:foregroundMark x1="35659" y1="35142" x2="35271" y2="35142"/>
                          <a14:foregroundMark x1="35271" y1="35142" x2="40213" y2="40439"/>
                          <a14:foregroundMark x1="38081" y1="41860" x2="40213" y2="42506"/>
                          <a14:foregroundMark x1="36434" y1="42894" x2="39244" y2="44186"/>
                          <a14:foregroundMark x1="38857" y1="44186" x2="36822" y2="46382"/>
                          <a14:foregroundMark x1="37597" y1="45607" x2="38566" y2="44444"/>
                          <a14:foregroundMark x1="38566" y1="44444" x2="39341" y2="44961"/>
                          <a14:foregroundMark x1="40988" y1="41860" x2="40019" y2="44186"/>
                          <a14:foregroundMark x1="40213" y1="41085" x2="40213" y2="39276"/>
                          <a14:foregroundMark x1="40019" y1="39018" x2="36628" y2="36047"/>
                          <a14:foregroundMark x1="35756" y1="35142" x2="40601" y2="38243"/>
                          <a14:foregroundMark x1="42829" y1="54910" x2="50097" y2="51292"/>
                          <a14:foregroundMark x1="50097" y1="51292" x2="57461" y2="50646"/>
                          <a14:foregroundMark x1="57461" y1="50646" x2="71221" y2="52842"/>
                          <a14:foregroundMark x1="42636" y1="55556" x2="38760" y2="53359"/>
                          <a14:foregroundMark x1="42248" y1="54393" x2="43411" y2="54522"/>
                          <a14:foregroundMark x1="43411" y1="54522" x2="46221" y2="52842"/>
                          <a14:foregroundMark x1="45349" y1="52713" x2="43992" y2="55039"/>
                          <a14:foregroundMark x1="44477" y1="52713" x2="44477" y2="52455"/>
                          <a14:foregroundMark x1="44574" y1="52842" x2="46221" y2="52842"/>
                          <a14:foregroundMark x1="53779" y1="49354" x2="55136" y2="50258"/>
                          <a14:foregroundMark x1="53295" y1="51292" x2="51744" y2="50129"/>
                          <a14:foregroundMark x1="53198" y1="52067" x2="53488" y2="49483"/>
                          <a14:foregroundMark x1="50484" y1="50646" x2="47578" y2="51809"/>
                          <a14:foregroundMark x1="67442" y1="53747" x2="56977" y2="61628"/>
                          <a14:foregroundMark x1="56977" y1="61628" x2="59012" y2="60982"/>
                          <a14:foregroundMark x1="67248" y1="54651" x2="68508" y2="54134"/>
                          <a14:foregroundMark x1="90213" y1="46641" x2="93217" y2="40698"/>
                          <a14:foregroundMark x1="92636" y1="57235" x2="92733" y2="56202"/>
                          <a14:foregroundMark x1="93023" y1="56072" x2="93798" y2="57106"/>
                          <a14:foregroundMark x1="92539" y1="50258" x2="93411" y2="50258"/>
                          <a14:foregroundMark x1="92248" y1="50904" x2="92636" y2="49742"/>
                          <a14:backgroundMark x1="42248" y1="45220" x2="42248" y2="45220"/>
                          <a14:backgroundMark x1="42248" y1="45220" x2="41764" y2="43152"/>
                          <a14:backgroundMark x1="42248" y1="45349" x2="41473" y2="45349"/>
                        </a14:backgroundRemoval>
                      </a14:imgEffect>
                      <a14:imgEffect>
                        <a14:sharpenSoften amount="5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200000" flipH="1">
              <a:off x="-47625" y="1698016"/>
              <a:ext cx="3257234" cy="24429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1893F581-5455-F336-C68D-463AE9A0BEAC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E6DCC7"/>
              </a:clrFrom>
              <a:clrTo>
                <a:srgbClr val="E6DCC7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99609" l="5176" r="89844">
                        <a14:foregroundMark x1="62402" y1="14941" x2="62598" y2="14551"/>
                        <a14:foregroundMark x1="62598" y1="14551" x2="62598" y2="14551"/>
                        <a14:foregroundMark x1="60254" y1="12012" x2="59570" y2="8984"/>
                        <a14:foregroundMark x1="52539" y1="9277" x2="54102" y2="0"/>
                        <a14:foregroundMark x1="11426" y1="39844" x2="11816" y2="35059"/>
                        <a14:foregroundMark x1="6348" y1="37305" x2="5273" y2="30469"/>
                        <a14:foregroundMark x1="38379" y1="99609" x2="45996" y2="9043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755771">
            <a:off x="5115044" y="1775149"/>
            <a:ext cx="1819656" cy="18196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C1D01A2-5ED2-5693-6290-746B405108E0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E6DCC7"/>
              </a:clrFrom>
              <a:clrTo>
                <a:srgbClr val="E6DCC7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99609" l="5176" r="89844">
                        <a14:foregroundMark x1="62402" y1="14941" x2="62598" y2="14551"/>
                        <a14:foregroundMark x1="62598" y1="14551" x2="62598" y2="14551"/>
                        <a14:foregroundMark x1="60254" y1="12012" x2="59570" y2="8984"/>
                        <a14:foregroundMark x1="52539" y1="9277" x2="54102" y2="0"/>
                        <a14:foregroundMark x1="11426" y1="39844" x2="11816" y2="35059"/>
                        <a14:foregroundMark x1="6348" y1="37305" x2="5273" y2="30469"/>
                        <a14:foregroundMark x1="38379" y1="99609" x2="45996" y2="9043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990418" flipH="1">
            <a:off x="3932775" y="1750410"/>
            <a:ext cx="1819656" cy="181965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978249E-C9E0-1D3F-B6AA-221C95B8F05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194" y="5029205"/>
            <a:ext cx="3592282" cy="5029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261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5D09A472-00E1-1190-01BB-1B44DE39DA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197" y="5029195"/>
            <a:ext cx="3592281" cy="50291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0FCAED2-EFF4-DB6F-3719-C5B82A0078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000" y="7"/>
            <a:ext cx="3592281" cy="502919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60DB588-ECD9-B96D-1EB0-CF80ED633C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000" y="5029195"/>
            <a:ext cx="3592280" cy="502919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7E0D111-FA34-9FFA-8CB0-D5A93B24F4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198" y="7"/>
            <a:ext cx="3592280" cy="5029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3618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999</TotalTime>
  <Words>0</Words>
  <Application>Microsoft Office PowerPoint</Application>
  <PresentationFormat>Custom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 Bond</dc:creator>
  <cp:lastModifiedBy>Jack Bond</cp:lastModifiedBy>
  <cp:revision>12</cp:revision>
  <dcterms:created xsi:type="dcterms:W3CDTF">2023-08-15T22:34:31Z</dcterms:created>
  <dcterms:modified xsi:type="dcterms:W3CDTF">2025-04-30T04:35:24Z</dcterms:modified>
</cp:coreProperties>
</file>