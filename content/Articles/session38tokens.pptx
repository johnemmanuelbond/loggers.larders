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780FBE-675A-4695-950B-AC815F932029}" v="326" dt="2025-10-14T20:16:4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">
      <pc:chgData name="Jack Bond" userId="d0613b4d9d68792d" providerId="LiveId" clId="{DAEA3D54-AD02-4E1B-A73A-AB467D915B21}" dt="2025-10-14T20:16:47.281" v="507" actId="1076"/>
      <pc:docMkLst>
        <pc:docMk/>
      </pc:docMkLst>
      <pc:sldChg chg="del">
        <pc:chgData name="Jack Bond" userId="d0613b4d9d68792d" providerId="LiveId" clId="{DAEA3D54-AD02-4E1B-A73A-AB467D915B21}" dt="2025-10-09T01:19:59.215" v="1" actId="47"/>
        <pc:sldMkLst>
          <pc:docMk/>
          <pc:sldMk cId="3096770309" sldId="272"/>
        </pc:sldMkLst>
      </pc:sldChg>
      <pc:sldChg chg="del">
        <pc:chgData name="Jack Bond" userId="d0613b4d9d68792d" providerId="LiveId" clId="{DAEA3D54-AD02-4E1B-A73A-AB467D915B21}" dt="2025-10-09T01:19:59.215" v="1" actId="47"/>
        <pc:sldMkLst>
          <pc:docMk/>
          <pc:sldMk cId="3795993947" sldId="273"/>
        </pc:sldMkLst>
      </pc:sldChg>
      <pc:sldChg chg="addSp delSp modSp new mod">
        <pc:chgData name="Jack Bond" userId="d0613b4d9d68792d" providerId="LiveId" clId="{DAEA3D54-AD02-4E1B-A73A-AB467D915B21}" dt="2025-10-14T20:16:47.281" v="507" actId="1076"/>
        <pc:sldMkLst>
          <pc:docMk/>
          <pc:sldMk cId="3346064594" sldId="274"/>
        </pc:sldMkLst>
        <pc:spChg chg="add">
          <ac:chgData name="Jack Bond" userId="d0613b4d9d68792d" providerId="LiveId" clId="{DAEA3D54-AD02-4E1B-A73A-AB467D915B21}" dt="2025-10-14T20:02:36.598" v="442"/>
          <ac:spMkLst>
            <pc:docMk/>
            <pc:sldMk cId="3346064594" sldId="274"/>
            <ac:spMk id="6" creationId="{9E014D8A-97B7-BA4E-971B-C143C70AB5B0}"/>
          </ac:spMkLst>
        </pc:spChg>
        <pc:grpChg chg="add mod">
          <ac:chgData name="Jack Bond" userId="d0613b4d9d68792d" providerId="LiveId" clId="{DAEA3D54-AD02-4E1B-A73A-AB467D915B21}" dt="2025-10-09T01:20:14.051" v="2"/>
          <ac:grpSpMkLst>
            <pc:docMk/>
            <pc:sldMk cId="3346064594" sldId="274"/>
            <ac:grpSpMk id="2" creationId="{05EEA92C-1C51-A63C-AFE0-88E4AE1E3021}"/>
          </ac:grpSpMkLst>
        </pc:grpChg>
        <pc:grpChg chg="add mod">
          <ac:chgData name="Jack Bond" userId="d0613b4d9d68792d" providerId="LiveId" clId="{DAEA3D54-AD02-4E1B-A73A-AB467D915B21}" dt="2025-10-14T20:12:41.003" v="472" actId="1076"/>
          <ac:grpSpMkLst>
            <pc:docMk/>
            <pc:sldMk cId="3346064594" sldId="274"/>
            <ac:grpSpMk id="17" creationId="{274A55F7-800E-B6D9-51FF-C53A7273ABD6}"/>
          </ac:grpSpMkLst>
        </pc:grpChg>
        <pc:grpChg chg="add mod">
          <ac:chgData name="Jack Bond" userId="d0613b4d9d68792d" providerId="LiveId" clId="{DAEA3D54-AD02-4E1B-A73A-AB467D915B21}" dt="2025-10-14T20:12:41.003" v="472" actId="1076"/>
          <ac:grpSpMkLst>
            <pc:docMk/>
            <pc:sldMk cId="3346064594" sldId="274"/>
            <ac:grpSpMk id="30" creationId="{E1607008-6B36-2AB0-52FA-ECE8A94B02DE}"/>
          </ac:grpSpMkLst>
        </pc:grpChg>
        <pc:picChg chg="mod">
          <ac:chgData name="Jack Bond" userId="d0613b4d9d68792d" providerId="LiveId" clId="{DAEA3D54-AD02-4E1B-A73A-AB467D915B21}" dt="2025-10-09T01:20:14.051" v="2"/>
          <ac:picMkLst>
            <pc:docMk/>
            <pc:sldMk cId="3346064594" sldId="274"/>
            <ac:picMk id="3" creationId="{5FEF804F-69BA-9492-C970-BFE0A1AC39B4}"/>
          </ac:picMkLst>
        </pc:picChg>
        <pc:picChg chg="mod">
          <ac:chgData name="Jack Bond" userId="d0613b4d9d68792d" providerId="LiveId" clId="{DAEA3D54-AD02-4E1B-A73A-AB467D915B21}" dt="2025-10-09T01:20:14.051" v="2"/>
          <ac:picMkLst>
            <pc:docMk/>
            <pc:sldMk cId="3346064594" sldId="274"/>
            <ac:picMk id="4" creationId="{1D154CDE-4FCC-8876-E2E7-F88EFE445222}"/>
          </ac:picMkLst>
        </pc:picChg>
        <pc:picChg chg="add del mod">
          <ac:chgData name="Jack Bond" userId="d0613b4d9d68792d" providerId="LiveId" clId="{DAEA3D54-AD02-4E1B-A73A-AB467D915B21}" dt="2025-10-14T19:57:53.854" v="435" actId="478"/>
          <ac:picMkLst>
            <pc:docMk/>
            <pc:sldMk cId="3346064594" sldId="274"/>
            <ac:picMk id="5" creationId="{26BE9FC6-9628-A31C-CB60-62A6930FD294}"/>
          </ac:picMkLst>
        </pc:picChg>
        <pc:picChg chg="add mod">
          <ac:chgData name="Jack Bond" userId="d0613b4d9d68792d" providerId="LiveId" clId="{DAEA3D54-AD02-4E1B-A73A-AB467D915B21}" dt="2025-10-14T20:12:41.003" v="472" actId="1076"/>
          <ac:picMkLst>
            <pc:docMk/>
            <pc:sldMk cId="3346064594" sldId="274"/>
            <ac:picMk id="7" creationId="{A9BCDA1F-B3E3-C807-1A98-AB965A5ADB39}"/>
          </ac:picMkLst>
        </pc:picChg>
        <pc:picChg chg="add mod">
          <ac:chgData name="Jack Bond" userId="d0613b4d9d68792d" providerId="LiveId" clId="{DAEA3D54-AD02-4E1B-A73A-AB467D915B21}" dt="2025-10-14T20:12:41.003" v="472" actId="1076"/>
          <ac:picMkLst>
            <pc:docMk/>
            <pc:sldMk cId="3346064594" sldId="274"/>
            <ac:picMk id="15" creationId="{A2EE24B3-7166-F56C-C1FB-4AD3B5CABD1C}"/>
          </ac:picMkLst>
        </pc:picChg>
        <pc:picChg chg="add mod">
          <ac:chgData name="Jack Bond" userId="d0613b4d9d68792d" providerId="LiveId" clId="{DAEA3D54-AD02-4E1B-A73A-AB467D915B21}" dt="2025-10-14T20:12:41.003" v="472" actId="1076"/>
          <ac:picMkLst>
            <pc:docMk/>
            <pc:sldMk cId="3346064594" sldId="274"/>
            <ac:picMk id="16" creationId="{0263922A-D33D-9A97-1170-B3FB80BA6A91}"/>
          </ac:picMkLst>
        </pc:picChg>
        <pc:picChg chg="add mod">
          <ac:chgData name="Jack Bond" userId="d0613b4d9d68792d" providerId="LiveId" clId="{DAEA3D54-AD02-4E1B-A73A-AB467D915B21}" dt="2025-10-14T20:12:41.003" v="472" actId="1076"/>
          <ac:picMkLst>
            <pc:docMk/>
            <pc:sldMk cId="3346064594" sldId="274"/>
            <ac:picMk id="28" creationId="{8AA695A1-1617-78B7-B453-3D8C70E6FCCC}"/>
          </ac:picMkLst>
        </pc:picChg>
        <pc:picChg chg="add mod">
          <ac:chgData name="Jack Bond" userId="d0613b4d9d68792d" providerId="LiveId" clId="{DAEA3D54-AD02-4E1B-A73A-AB467D915B21}" dt="2025-10-14T20:12:41.003" v="472" actId="1076"/>
          <ac:picMkLst>
            <pc:docMk/>
            <pc:sldMk cId="3346064594" sldId="274"/>
            <ac:picMk id="29" creationId="{B04AA422-9FDF-A456-37FA-A579BEF350A6}"/>
          </ac:picMkLst>
        </pc:picChg>
        <pc:picChg chg="add mod">
          <ac:chgData name="Jack Bond" userId="d0613b4d9d68792d" providerId="LiveId" clId="{DAEA3D54-AD02-4E1B-A73A-AB467D915B21}" dt="2025-10-14T20:16:42.369" v="504" actId="1076"/>
          <ac:picMkLst>
            <pc:docMk/>
            <pc:sldMk cId="3346064594" sldId="274"/>
            <ac:picMk id="1026" creationId="{E81AABFD-223E-7D5C-C105-B3085B57F18F}"/>
          </ac:picMkLst>
        </pc:picChg>
        <pc:picChg chg="add mod">
          <ac:chgData name="Jack Bond" userId="d0613b4d9d68792d" providerId="LiveId" clId="{DAEA3D54-AD02-4E1B-A73A-AB467D915B21}" dt="2025-10-14T20:12:41.003" v="472" actId="1076"/>
          <ac:picMkLst>
            <pc:docMk/>
            <pc:sldMk cId="3346064594" sldId="274"/>
            <ac:picMk id="1030" creationId="{F1CFD9B0-2051-1FF8-F576-C35665BDED89}"/>
          </ac:picMkLst>
        </pc:picChg>
        <pc:picChg chg="add mod">
          <ac:chgData name="Jack Bond" userId="d0613b4d9d68792d" providerId="LiveId" clId="{DAEA3D54-AD02-4E1B-A73A-AB467D915B21}" dt="2025-10-14T20:16:47.281" v="507" actId="1076"/>
          <ac:picMkLst>
            <pc:docMk/>
            <pc:sldMk cId="3346064594" sldId="274"/>
            <ac:picMk id="1032" creationId="{16CBFF90-611E-6A9F-AECC-E846F11A7BCA}"/>
          </ac:picMkLst>
        </pc:picChg>
      </pc:sldChg>
      <pc:sldChg chg="addSp modSp new mod">
        <pc:chgData name="Jack Bond" userId="d0613b4d9d68792d" providerId="LiveId" clId="{DAEA3D54-AD02-4E1B-A73A-AB467D915B21}" dt="2025-10-13T05:11:25.513" v="434" actId="1367"/>
        <pc:sldMkLst>
          <pc:docMk/>
          <pc:sldMk cId="2238579761" sldId="275"/>
        </pc:sldMkLst>
        <pc:picChg chg="add mod">
          <ac:chgData name="Jack Bond" userId="d0613b4d9d68792d" providerId="LiveId" clId="{DAEA3D54-AD02-4E1B-A73A-AB467D915B21}" dt="2025-10-13T05:11:25.513" v="434" actId="1367"/>
          <ac:picMkLst>
            <pc:docMk/>
            <pc:sldMk cId="2238579761" sldId="275"/>
            <ac:picMk id="3" creationId="{A9016CF3-304A-FF2B-4A3E-EF2166D566BB}"/>
          </ac:picMkLst>
        </pc:picChg>
      </pc:sldChg>
    </pc:docChg>
  </pc:docChgLst>
  <pc:docChgLst>
    <pc:chgData name="Jack Bond" userId="d0613b4d9d68792d" providerId="LiveId" clId="{435F300D-6CAF-4321-8599-B61F303F931A}"/>
    <pc:docChg chg="undo custSel addSld delSld modSld sldOrd">
      <pc:chgData name="Jack Bond" userId="d0613b4d9d68792d" providerId="LiveId" clId="{435F300D-6CAF-4321-8599-B61F303F931A}" dt="2025-07-15T20:17:03.996" v="76" actId="1367"/>
      <pc:docMkLst>
        <pc:docMk/>
      </pc:docMkLst>
      <pc:sldChg chg="del">
        <pc:chgData name="Jack Bond" userId="d0613b4d9d68792d" providerId="LiveId" clId="{435F300D-6CAF-4321-8599-B61F303F931A}" dt="2025-07-15T02:25:51.911" v="2" actId="47"/>
        <pc:sldMkLst>
          <pc:docMk/>
          <pc:sldMk cId="53687160" sldId="268"/>
        </pc:sldMkLst>
      </pc:sldChg>
      <pc:sldChg chg="addSp modSp new mod">
        <pc:chgData name="Jack Bond" userId="d0613b4d9d68792d" providerId="LiveId" clId="{435F300D-6CAF-4321-8599-B61F303F931A}" dt="2025-07-15T20:16:51.218" v="73"/>
        <pc:sldMkLst>
          <pc:docMk/>
          <pc:sldMk cId="2296457534" sldId="269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1470260589" sldId="270"/>
        </pc:sldMkLst>
      </pc:sldChg>
      <pc:sldChg chg="addSp modSp new del mod">
        <pc:chgData name="Jack Bond" userId="d0613b4d9d68792d" providerId="LiveId" clId="{435F300D-6CAF-4321-8599-B61F303F931A}" dt="2025-07-15T02:28:37.920" v="63" actId="2696"/>
        <pc:sldMkLst>
          <pc:docMk/>
          <pc:sldMk cId="3485330045" sldId="270"/>
        </pc:sldMkLst>
      </pc:sldChg>
      <pc:sldChg chg="addSp modSp new add del mod ord">
        <pc:chgData name="Jack Bond" userId="d0613b4d9d68792d" providerId="LiveId" clId="{435F300D-6CAF-4321-8599-B61F303F931A}" dt="2025-07-15T20:17:03.996" v="76" actId="1367"/>
        <pc:sldMkLst>
          <pc:docMk/>
          <pc:sldMk cId="2868086417" sldId="271"/>
        </pc:sldMkLst>
      </pc:sldChg>
      <pc:sldChg chg="addSp delSp modSp new del mod">
        <pc:chgData name="Jack Bond" userId="d0613b4d9d68792d" providerId="LiveId" clId="{435F300D-6CAF-4321-8599-B61F303F931A}" dt="2025-07-15T02:28:37.920" v="63" actId="2696"/>
        <pc:sldMkLst>
          <pc:docMk/>
          <pc:sldMk cId="2730225920" sldId="272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3751906151" sldId="272"/>
        </pc:sldMkLst>
      </pc:sldChg>
    </pc:docChg>
  </pc:docChgLst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  <pc:docChgLst>
    <pc:chgData name="Jack Bond" userId="d0613b4d9d68792d" providerId="LiveId" clId="{5EC4AB4B-B52D-4C64-A18D-BF73A811A050}"/>
    <pc:docChg chg="undo custSel addSld delSld modSld">
      <pc:chgData name="Jack Bond" userId="d0613b4d9d68792d" providerId="LiveId" clId="{5EC4AB4B-B52D-4C64-A18D-BF73A811A050}" dt="2025-08-26T19:07:21.793" v="576" actId="1076"/>
      <pc:docMkLst>
        <pc:docMk/>
      </pc:docMkLst>
      <pc:sldChg chg="del">
        <pc:chgData name="Jack Bond" userId="d0613b4d9d68792d" providerId="LiveId" clId="{5EC4AB4B-B52D-4C64-A18D-BF73A811A050}" dt="2025-08-26T00:24:24.106" v="1" actId="47"/>
        <pc:sldMkLst>
          <pc:docMk/>
          <pc:sldMk cId="2296457534" sldId="269"/>
        </pc:sldMkLst>
      </pc:sldChg>
      <pc:sldChg chg="del">
        <pc:chgData name="Jack Bond" userId="d0613b4d9d68792d" providerId="LiveId" clId="{5EC4AB4B-B52D-4C64-A18D-BF73A811A050}" dt="2025-08-26T00:24:24.106" v="1" actId="47"/>
        <pc:sldMkLst>
          <pc:docMk/>
          <pc:sldMk cId="2868086417" sldId="271"/>
        </pc:sldMkLst>
      </pc:sldChg>
      <pc:sldChg chg="addSp delSp modSp new mod">
        <pc:chgData name="Jack Bond" userId="d0613b4d9d68792d" providerId="LiveId" clId="{5EC4AB4B-B52D-4C64-A18D-BF73A811A050}" dt="2025-08-26T19:07:21.793" v="576" actId="1076"/>
        <pc:sldMkLst>
          <pc:docMk/>
          <pc:sldMk cId="3096770309" sldId="272"/>
        </pc:sldMkLst>
      </pc:sldChg>
      <pc:sldChg chg="addSp modSp new mod">
        <pc:chgData name="Jack Bond" userId="d0613b4d9d68792d" providerId="LiveId" clId="{5EC4AB4B-B52D-4C64-A18D-BF73A811A050}" dt="2025-08-26T03:05:48.581" v="558"/>
        <pc:sldMkLst>
          <pc:docMk/>
          <pc:sldMk cId="3795993947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EEA92C-1C51-A63C-AFE0-88E4AE1E3021}"/>
              </a:ext>
            </a:extLst>
          </p:cNvPr>
          <p:cNvGrpSpPr/>
          <p:nvPr/>
        </p:nvGrpSpPr>
        <p:grpSpPr>
          <a:xfrm>
            <a:off x="820344" y="152334"/>
            <a:ext cx="6131711" cy="2889923"/>
            <a:chOff x="832987" y="209129"/>
            <a:chExt cx="6131711" cy="28899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FEF804F-69BA-9492-C970-BFE0A1AC3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988226" y="53890"/>
              <a:ext cx="2889921" cy="3200400"/>
            </a:xfrm>
            <a:prstGeom prst="rect">
              <a:avLst/>
            </a:prstGeom>
            <a:noFill/>
            <a:effectLst>
              <a:softEdge rad="127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1D154CDE-4FCC-8876-E2E7-F88EFE445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3919537" y="53891"/>
              <a:ext cx="2889922" cy="3200400"/>
            </a:xfrm>
            <a:prstGeom prst="rect">
              <a:avLst/>
            </a:prstGeom>
            <a:noFill/>
            <a:effectLst>
              <a:softEdge rad="127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4A55F7-800E-B6D9-51FF-C53A7273ABD6}"/>
              </a:ext>
            </a:extLst>
          </p:cNvPr>
          <p:cNvGrpSpPr/>
          <p:nvPr/>
        </p:nvGrpSpPr>
        <p:grpSpPr>
          <a:xfrm rot="5400000">
            <a:off x="961803" y="4362206"/>
            <a:ext cx="1669230" cy="380291"/>
            <a:chOff x="2107824" y="3619374"/>
            <a:chExt cx="1669230" cy="38029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2EE24B3-7166-F56C-C1FB-4AD3B5CAB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3175952" y="3398563"/>
              <a:ext cx="380289" cy="8219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263922A-D33D-9A97-1170-B3FB80BA6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 flipV="1">
              <a:off x="2328637" y="3398561"/>
              <a:ext cx="380289" cy="82191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607008-6B36-2AB0-52FA-ECE8A94B02DE}"/>
              </a:ext>
            </a:extLst>
          </p:cNvPr>
          <p:cNvGrpSpPr/>
          <p:nvPr/>
        </p:nvGrpSpPr>
        <p:grpSpPr>
          <a:xfrm>
            <a:off x="2429764" y="3459079"/>
            <a:ext cx="2912871" cy="2377646"/>
            <a:chOff x="2383057" y="2773023"/>
            <a:chExt cx="2912871" cy="237764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AA695A1-1617-78B7-B453-3D8C70E6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83057" y="2773023"/>
              <a:ext cx="1652159" cy="237764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04AA422-9FDF-A456-37FA-A579BEF35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3649748" y="2773023"/>
              <a:ext cx="1646180" cy="2377646"/>
            </a:xfrm>
            <a:prstGeom prst="rect">
              <a:avLst/>
            </a:prstGeom>
          </p:spPr>
        </p:pic>
      </p:grpSp>
      <p:pic>
        <p:nvPicPr>
          <p:cNvPr id="1026" name="Picture 2" descr="Astrolabe Illustration Stock Illustrations – 591 Astrolabe Illustration  Stock Illustrations, Vectors &amp; Clipart - Dreamstime">
            <a:extLst>
              <a:ext uri="{FF2B5EF4-FFF2-40B4-BE49-F238E27FC236}">
                <a16:creationId xmlns:a16="http://schemas.microsoft.com/office/drawing/2014/main" id="{E81AABFD-223E-7D5C-C105-B3085B57F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47" y="5862125"/>
            <a:ext cx="4259498" cy="365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edara&quot; and &quot;Leedara, the Ghost&quot;. Made for Dragonlance: Shadow of the  Dragon Queen. Art Director: Kate Irwin #dragonlance #dungeonsanddragons #DnD  #dndart #illustration #digitalpainting #digitalart #fantasy #fantasyart # ghost #characterdesign">
            <a:extLst>
              <a:ext uri="{FF2B5EF4-FFF2-40B4-BE49-F238E27FC236}">
                <a16:creationId xmlns:a16="http://schemas.microsoft.com/office/drawing/2014/main" id="{F1CFD9B0-2051-1FF8-F576-C35665BDED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2" r="37388" b="74161"/>
          <a:stretch>
            <a:fillRect/>
          </a:stretch>
        </p:blipFill>
        <p:spPr bwMode="auto">
          <a:xfrm>
            <a:off x="5772305" y="3931922"/>
            <a:ext cx="669925" cy="67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eedara&quot; and &quot;Leedara, the Ghost&quot;. Made for Dragonlance: Shadow of the  Dragon Queen. Art Director: Kate Irwin #dragonlance #dungeonsanddragons #DnD  #dndart #illustration #digitalpainting #digitalart #fantasy #fantasyart # ghost #characterdesign">
            <a:extLst>
              <a:ext uri="{FF2B5EF4-FFF2-40B4-BE49-F238E27FC236}">
                <a16:creationId xmlns:a16="http://schemas.microsoft.com/office/drawing/2014/main" id="{A9BCDA1F-B3E3-C807-1A98-AB965A5ADB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2" r="37388" b="74161"/>
          <a:stretch>
            <a:fillRect/>
          </a:stretch>
        </p:blipFill>
        <p:spPr bwMode="auto">
          <a:xfrm flipV="1">
            <a:off x="5772306" y="4647902"/>
            <a:ext cx="669925" cy="67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ick and Morty's Most Gruesome Deaths | Den of Geek">
            <a:extLst>
              <a:ext uri="{FF2B5EF4-FFF2-40B4-BE49-F238E27FC236}">
                <a16:creationId xmlns:a16="http://schemas.microsoft.com/office/drawing/2014/main" id="{16CBFF90-611E-6A9F-AECC-E846F11A7B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prstClr val="black"/>
              <a:srgbClr val="99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4" t="48336" r="70098" b="9041"/>
          <a:stretch>
            <a:fillRect/>
          </a:stretch>
        </p:blipFill>
        <p:spPr bwMode="auto">
          <a:xfrm>
            <a:off x="5351854" y="6615280"/>
            <a:ext cx="1144765" cy="2146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ge of a book&#10;&#10;AI-generated content may be incorrect.">
            <a:extLst>
              <a:ext uri="{FF2B5EF4-FFF2-40B4-BE49-F238E27FC236}">
                <a16:creationId xmlns:a16="http://schemas.microsoft.com/office/drawing/2014/main" id="{A9016CF3-304A-FF2B-4A3E-EF2166D566B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771650"/>
            <a:ext cx="76200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7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8619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2025-10-14T20:16:57Z</dcterms:modified>
</cp:coreProperties>
</file>