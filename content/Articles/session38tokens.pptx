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4" r:id="rId2"/>
    <p:sldId id="275" r:id="rId3"/>
  </p:sldIdLst>
  <p:sldSz cx="7772400" cy="1005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3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780FBE-675A-4695-950B-AC815F932029}" v="252" dt="2025-10-13T05:11:25.5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53" d="100"/>
          <a:sy n="53" d="100"/>
        </p:scale>
        <p:origin x="1912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 Bond" userId="d0613b4d9d68792d" providerId="LiveId" clId="{DAEA3D54-AD02-4E1B-A73A-AB467D915B21}"/>
    <pc:docChg chg="undo custSel addSld delSld modSld">
      <pc:chgData name="Jack Bond" userId="d0613b4d9d68792d" providerId="LiveId" clId="{DAEA3D54-AD02-4E1B-A73A-AB467D915B21}" dt="2025-10-13T05:11:25.513" v="434" actId="1367"/>
      <pc:docMkLst>
        <pc:docMk/>
      </pc:docMkLst>
      <pc:sldChg chg="del">
        <pc:chgData name="Jack Bond" userId="d0613b4d9d68792d" providerId="LiveId" clId="{DAEA3D54-AD02-4E1B-A73A-AB467D915B21}" dt="2025-10-09T01:19:59.215" v="1" actId="47"/>
        <pc:sldMkLst>
          <pc:docMk/>
          <pc:sldMk cId="3096770309" sldId="272"/>
        </pc:sldMkLst>
      </pc:sldChg>
      <pc:sldChg chg="del">
        <pc:chgData name="Jack Bond" userId="d0613b4d9d68792d" providerId="LiveId" clId="{DAEA3D54-AD02-4E1B-A73A-AB467D915B21}" dt="2025-10-09T01:19:59.215" v="1" actId="47"/>
        <pc:sldMkLst>
          <pc:docMk/>
          <pc:sldMk cId="3795993947" sldId="273"/>
        </pc:sldMkLst>
      </pc:sldChg>
      <pc:sldChg chg="addSp delSp modSp new mod">
        <pc:chgData name="Jack Bond" userId="d0613b4d9d68792d" providerId="LiveId" clId="{DAEA3D54-AD02-4E1B-A73A-AB467D915B21}" dt="2025-10-09T03:14:06.543" v="427" actId="1076"/>
        <pc:sldMkLst>
          <pc:docMk/>
          <pc:sldMk cId="3346064594" sldId="274"/>
        </pc:sldMkLst>
        <pc:grpChg chg="add mod">
          <ac:chgData name="Jack Bond" userId="d0613b4d9d68792d" providerId="LiveId" clId="{DAEA3D54-AD02-4E1B-A73A-AB467D915B21}" dt="2025-10-09T01:20:14.051" v="2"/>
          <ac:grpSpMkLst>
            <pc:docMk/>
            <pc:sldMk cId="3346064594" sldId="274"/>
            <ac:grpSpMk id="2" creationId="{05EEA92C-1C51-A63C-AFE0-88E4AE1E3021}"/>
          </ac:grpSpMkLst>
        </pc:grpChg>
        <pc:grpChg chg="add mod">
          <ac:chgData name="Jack Bond" userId="d0613b4d9d68792d" providerId="LiveId" clId="{DAEA3D54-AD02-4E1B-A73A-AB467D915B21}" dt="2025-10-09T03:14:06.543" v="427" actId="1076"/>
          <ac:grpSpMkLst>
            <pc:docMk/>
            <pc:sldMk cId="3346064594" sldId="274"/>
            <ac:grpSpMk id="17" creationId="{274A55F7-800E-B6D9-51FF-C53A7273ABD6}"/>
          </ac:grpSpMkLst>
        </pc:grpChg>
        <pc:grpChg chg="add mod">
          <ac:chgData name="Jack Bond" userId="d0613b4d9d68792d" providerId="LiveId" clId="{DAEA3D54-AD02-4E1B-A73A-AB467D915B21}" dt="2025-10-09T03:14:03.391" v="426" actId="1076"/>
          <ac:grpSpMkLst>
            <pc:docMk/>
            <pc:sldMk cId="3346064594" sldId="274"/>
            <ac:grpSpMk id="30" creationId="{E1607008-6B36-2AB0-52FA-ECE8A94B02DE}"/>
          </ac:grpSpMkLst>
        </pc:grpChg>
        <pc:picChg chg="mod">
          <ac:chgData name="Jack Bond" userId="d0613b4d9d68792d" providerId="LiveId" clId="{DAEA3D54-AD02-4E1B-A73A-AB467D915B21}" dt="2025-10-09T01:20:14.051" v="2"/>
          <ac:picMkLst>
            <pc:docMk/>
            <pc:sldMk cId="3346064594" sldId="274"/>
            <ac:picMk id="3" creationId="{5FEF804F-69BA-9492-C970-BFE0A1AC39B4}"/>
          </ac:picMkLst>
        </pc:picChg>
        <pc:picChg chg="mod">
          <ac:chgData name="Jack Bond" userId="d0613b4d9d68792d" providerId="LiveId" clId="{DAEA3D54-AD02-4E1B-A73A-AB467D915B21}" dt="2025-10-09T01:20:14.051" v="2"/>
          <ac:picMkLst>
            <pc:docMk/>
            <pc:sldMk cId="3346064594" sldId="274"/>
            <ac:picMk id="4" creationId="{1D154CDE-4FCC-8876-E2E7-F88EFE445222}"/>
          </ac:picMkLst>
        </pc:picChg>
        <pc:picChg chg="add mod">
          <ac:chgData name="Jack Bond" userId="d0613b4d9d68792d" providerId="LiveId" clId="{DAEA3D54-AD02-4E1B-A73A-AB467D915B21}" dt="2025-10-09T01:20:41.407" v="3"/>
          <ac:picMkLst>
            <pc:docMk/>
            <pc:sldMk cId="3346064594" sldId="274"/>
            <ac:picMk id="5" creationId="{26BE9FC6-9628-A31C-CB60-62A6930FD294}"/>
          </ac:picMkLst>
        </pc:picChg>
        <pc:picChg chg="add mod">
          <ac:chgData name="Jack Bond" userId="d0613b4d9d68792d" providerId="LiveId" clId="{DAEA3D54-AD02-4E1B-A73A-AB467D915B21}" dt="2025-10-09T02:35:01.813" v="204" actId="164"/>
          <ac:picMkLst>
            <pc:docMk/>
            <pc:sldMk cId="3346064594" sldId="274"/>
            <ac:picMk id="15" creationId="{A2EE24B3-7166-F56C-C1FB-4AD3B5CABD1C}"/>
          </ac:picMkLst>
        </pc:picChg>
        <pc:picChg chg="add mod">
          <ac:chgData name="Jack Bond" userId="d0613b4d9d68792d" providerId="LiveId" clId="{DAEA3D54-AD02-4E1B-A73A-AB467D915B21}" dt="2025-10-09T02:35:01.813" v="204" actId="164"/>
          <ac:picMkLst>
            <pc:docMk/>
            <pc:sldMk cId="3346064594" sldId="274"/>
            <ac:picMk id="16" creationId="{0263922A-D33D-9A97-1170-B3FB80BA6A91}"/>
          </ac:picMkLst>
        </pc:picChg>
        <pc:picChg chg="add mod">
          <ac:chgData name="Jack Bond" userId="d0613b4d9d68792d" providerId="LiveId" clId="{DAEA3D54-AD02-4E1B-A73A-AB467D915B21}" dt="2025-10-09T03:13:16.776" v="416" actId="1076"/>
          <ac:picMkLst>
            <pc:docMk/>
            <pc:sldMk cId="3346064594" sldId="274"/>
            <ac:picMk id="19" creationId="{1A00948C-F427-647D-B373-49B3BD958E81}"/>
          </ac:picMkLst>
        </pc:picChg>
        <pc:picChg chg="add mod">
          <ac:chgData name="Jack Bond" userId="d0613b4d9d68792d" providerId="LiveId" clId="{DAEA3D54-AD02-4E1B-A73A-AB467D915B21}" dt="2025-10-09T03:13:56.769" v="425" actId="164"/>
          <ac:picMkLst>
            <pc:docMk/>
            <pc:sldMk cId="3346064594" sldId="274"/>
            <ac:picMk id="28" creationId="{8AA695A1-1617-78B7-B453-3D8C70E6FCCC}"/>
          </ac:picMkLst>
        </pc:picChg>
        <pc:picChg chg="add mod">
          <ac:chgData name="Jack Bond" userId="d0613b4d9d68792d" providerId="LiveId" clId="{DAEA3D54-AD02-4E1B-A73A-AB467D915B21}" dt="2025-10-09T03:13:56.769" v="425" actId="164"/>
          <ac:picMkLst>
            <pc:docMk/>
            <pc:sldMk cId="3346064594" sldId="274"/>
            <ac:picMk id="29" creationId="{B04AA422-9FDF-A456-37FA-A579BEF350A6}"/>
          </ac:picMkLst>
        </pc:picChg>
        <pc:picChg chg="add del mod">
          <ac:chgData name="Jack Bond" userId="d0613b4d9d68792d" providerId="LiveId" clId="{DAEA3D54-AD02-4E1B-A73A-AB467D915B21}" dt="2025-10-09T03:13:16.776" v="416" actId="1076"/>
          <ac:picMkLst>
            <pc:docMk/>
            <pc:sldMk cId="3346064594" sldId="274"/>
            <ac:picMk id="1028" creationId="{8A7B853F-0284-EFBC-22EB-AB05DC715AE5}"/>
          </ac:picMkLst>
        </pc:picChg>
      </pc:sldChg>
      <pc:sldChg chg="addSp modSp new mod">
        <pc:chgData name="Jack Bond" userId="d0613b4d9d68792d" providerId="LiveId" clId="{DAEA3D54-AD02-4E1B-A73A-AB467D915B21}" dt="2025-10-13T05:11:25.513" v="434" actId="1367"/>
        <pc:sldMkLst>
          <pc:docMk/>
          <pc:sldMk cId="2238579761" sldId="275"/>
        </pc:sldMkLst>
        <pc:picChg chg="add mod">
          <ac:chgData name="Jack Bond" userId="d0613b4d9d68792d" providerId="LiveId" clId="{DAEA3D54-AD02-4E1B-A73A-AB467D915B21}" dt="2025-10-13T05:11:25.513" v="434" actId="1367"/>
          <ac:picMkLst>
            <pc:docMk/>
            <pc:sldMk cId="2238579761" sldId="275"/>
            <ac:picMk id="3" creationId="{A9016CF3-304A-FF2B-4A3E-EF2166D566BB}"/>
          </ac:picMkLst>
        </pc:picChg>
      </pc:sldChg>
    </pc:docChg>
  </pc:docChgLst>
  <pc:docChgLst>
    <pc:chgData name="Jack Bond" userId="d0613b4d9d68792d" providerId="LiveId" clId="{435F300D-6CAF-4321-8599-B61F303F931A}"/>
    <pc:docChg chg="undo custSel addSld delSld modSld sldOrd">
      <pc:chgData name="Jack Bond" userId="d0613b4d9d68792d" providerId="LiveId" clId="{435F300D-6CAF-4321-8599-B61F303F931A}" dt="2025-07-15T20:17:03.996" v="76" actId="1367"/>
      <pc:docMkLst>
        <pc:docMk/>
      </pc:docMkLst>
      <pc:sldChg chg="del">
        <pc:chgData name="Jack Bond" userId="d0613b4d9d68792d" providerId="LiveId" clId="{435F300D-6CAF-4321-8599-B61F303F931A}" dt="2025-07-15T02:25:51.911" v="2" actId="47"/>
        <pc:sldMkLst>
          <pc:docMk/>
          <pc:sldMk cId="53687160" sldId="268"/>
        </pc:sldMkLst>
      </pc:sldChg>
      <pc:sldChg chg="addSp modSp new mod">
        <pc:chgData name="Jack Bond" userId="d0613b4d9d68792d" providerId="LiveId" clId="{435F300D-6CAF-4321-8599-B61F303F931A}" dt="2025-07-15T20:16:51.218" v="73"/>
        <pc:sldMkLst>
          <pc:docMk/>
          <pc:sldMk cId="2296457534" sldId="269"/>
        </pc:sldMkLst>
      </pc:sldChg>
      <pc:sldChg chg="add del">
        <pc:chgData name="Jack Bond" userId="d0613b4d9d68792d" providerId="LiveId" clId="{435F300D-6CAF-4321-8599-B61F303F931A}" dt="2025-07-15T02:29:42.963" v="67" actId="47"/>
        <pc:sldMkLst>
          <pc:docMk/>
          <pc:sldMk cId="1470260589" sldId="270"/>
        </pc:sldMkLst>
      </pc:sldChg>
      <pc:sldChg chg="addSp modSp new del mod">
        <pc:chgData name="Jack Bond" userId="d0613b4d9d68792d" providerId="LiveId" clId="{435F300D-6CAF-4321-8599-B61F303F931A}" dt="2025-07-15T02:28:37.920" v="63" actId="2696"/>
        <pc:sldMkLst>
          <pc:docMk/>
          <pc:sldMk cId="3485330045" sldId="270"/>
        </pc:sldMkLst>
      </pc:sldChg>
      <pc:sldChg chg="addSp modSp new add del mod ord">
        <pc:chgData name="Jack Bond" userId="d0613b4d9d68792d" providerId="LiveId" clId="{435F300D-6CAF-4321-8599-B61F303F931A}" dt="2025-07-15T20:17:03.996" v="76" actId="1367"/>
        <pc:sldMkLst>
          <pc:docMk/>
          <pc:sldMk cId="2868086417" sldId="271"/>
        </pc:sldMkLst>
      </pc:sldChg>
      <pc:sldChg chg="addSp delSp modSp new del mod">
        <pc:chgData name="Jack Bond" userId="d0613b4d9d68792d" providerId="LiveId" clId="{435F300D-6CAF-4321-8599-B61F303F931A}" dt="2025-07-15T02:28:37.920" v="63" actId="2696"/>
        <pc:sldMkLst>
          <pc:docMk/>
          <pc:sldMk cId="2730225920" sldId="272"/>
        </pc:sldMkLst>
      </pc:sldChg>
      <pc:sldChg chg="add del">
        <pc:chgData name="Jack Bond" userId="d0613b4d9d68792d" providerId="LiveId" clId="{435F300D-6CAF-4321-8599-B61F303F931A}" dt="2025-07-15T02:29:42.963" v="67" actId="47"/>
        <pc:sldMkLst>
          <pc:docMk/>
          <pc:sldMk cId="3751906151" sldId="272"/>
        </pc:sldMkLst>
      </pc:sldChg>
    </pc:docChg>
  </pc:docChgLst>
  <pc:docChgLst>
    <pc:chgData name="Jack Bond" userId="d0613b4d9d68792d" providerId="LiveId" clId="{BBC1FA31-1213-43BB-AD77-1B1DA41181AB}"/>
    <pc:docChg chg="undo custSel addSld delSld modSld">
      <pc:chgData name="Jack Bond" userId="d0613b4d9d68792d" providerId="LiveId" clId="{BBC1FA31-1213-43BB-AD77-1B1DA41181AB}" dt="2025-07-02T20:14:53.879" v="117" actId="1076"/>
      <pc:docMkLst>
        <pc:docMk/>
      </pc:docMkLst>
      <pc:sldChg chg="del">
        <pc:chgData name="Jack Bond" userId="d0613b4d9d68792d" providerId="LiveId" clId="{BBC1FA31-1213-43BB-AD77-1B1DA41181AB}" dt="2025-07-02T04:44:05.722" v="1" actId="47"/>
        <pc:sldMkLst>
          <pc:docMk/>
          <pc:sldMk cId="2139844792" sldId="261"/>
        </pc:sldMkLst>
      </pc:sldChg>
      <pc:sldChg chg="del">
        <pc:chgData name="Jack Bond" userId="d0613b4d9d68792d" providerId="LiveId" clId="{BBC1FA31-1213-43BB-AD77-1B1DA41181AB}" dt="2025-07-02T04:44:10.822" v="3" actId="47"/>
        <pc:sldMkLst>
          <pc:docMk/>
          <pc:sldMk cId="3999261004" sldId="263"/>
        </pc:sldMkLst>
      </pc:sldChg>
      <pc:sldChg chg="del">
        <pc:chgData name="Jack Bond" userId="d0613b4d9d68792d" providerId="LiveId" clId="{BBC1FA31-1213-43BB-AD77-1B1DA41181AB}" dt="2025-07-02T04:44:09.334" v="2" actId="47"/>
        <pc:sldMkLst>
          <pc:docMk/>
          <pc:sldMk cId="1757367688" sldId="264"/>
        </pc:sldMkLst>
      </pc:sldChg>
      <pc:sldChg chg="addSp delSp modSp add del mod">
        <pc:chgData name="Jack Bond" userId="d0613b4d9d68792d" providerId="LiveId" clId="{BBC1FA31-1213-43BB-AD77-1B1DA41181AB}" dt="2025-07-02T05:46:16.651" v="107" actId="47"/>
        <pc:sldMkLst>
          <pc:docMk/>
          <pc:sldMk cId="2677361860" sldId="264"/>
        </pc:sldMkLst>
      </pc:sldChg>
      <pc:sldChg chg="del">
        <pc:chgData name="Jack Bond" userId="d0613b4d9d68792d" providerId="LiveId" clId="{BBC1FA31-1213-43BB-AD77-1B1DA41181AB}" dt="2025-07-02T04:44:09.334" v="2" actId="47"/>
        <pc:sldMkLst>
          <pc:docMk/>
          <pc:sldMk cId="4220064756" sldId="265"/>
        </pc:sldMkLst>
      </pc:sldChg>
      <pc:sldChg chg="addSp delSp modSp new del mod">
        <pc:chgData name="Jack Bond" userId="d0613b4d9d68792d" providerId="LiveId" clId="{BBC1FA31-1213-43BB-AD77-1B1DA41181AB}" dt="2025-07-02T05:01:20.492" v="52" actId="47"/>
        <pc:sldMkLst>
          <pc:docMk/>
          <pc:sldMk cId="3637717075" sldId="266"/>
        </pc:sldMkLst>
      </pc:sldChg>
      <pc:sldChg chg="addSp modSp new del mod">
        <pc:chgData name="Jack Bond" userId="d0613b4d9d68792d" providerId="LiveId" clId="{BBC1FA31-1213-43BB-AD77-1B1DA41181AB}" dt="2025-07-02T05:01:20.492" v="52" actId="47"/>
        <pc:sldMkLst>
          <pc:docMk/>
          <pc:sldMk cId="3627547397" sldId="267"/>
        </pc:sldMkLst>
      </pc:sldChg>
      <pc:sldChg chg="addSp delSp modSp new mod">
        <pc:chgData name="Jack Bond" userId="d0613b4d9d68792d" providerId="LiveId" clId="{BBC1FA31-1213-43BB-AD77-1B1DA41181AB}" dt="2025-07-02T20:14:53.879" v="117" actId="1076"/>
        <pc:sldMkLst>
          <pc:docMk/>
          <pc:sldMk cId="53687160" sldId="268"/>
        </pc:sldMkLst>
      </pc:sldChg>
    </pc:docChg>
  </pc:docChgLst>
  <pc:docChgLst>
    <pc:chgData name="Jack Bond" userId="d0613b4d9d68792d" providerId="LiveId" clId="{B75D0D6A-262E-434A-A916-76758AD9AEC2}"/>
    <pc:docChg chg="undo custSel addSld delSld modSld sldOrd">
      <pc:chgData name="Jack Bond" userId="d0613b4d9d68792d" providerId="LiveId" clId="{B75D0D6A-262E-434A-A916-76758AD9AEC2}" dt="2025-05-21T20:26:34.502" v="644" actId="478"/>
      <pc:docMkLst>
        <pc:docMk/>
      </pc:docMkLst>
      <pc:sldChg chg="addSp delSp modSp mod">
        <pc:chgData name="Jack Bond" userId="d0613b4d9d68792d" providerId="LiveId" clId="{B75D0D6A-262E-434A-A916-76758AD9AEC2}" dt="2025-05-21T02:58:40.367" v="410" actId="478"/>
        <pc:sldMkLst>
          <pc:docMk/>
          <pc:sldMk cId="2139844792" sldId="261"/>
        </pc:sldMkLst>
      </pc:sldChg>
      <pc:sldChg chg="add del">
        <pc:chgData name="Jack Bond" userId="d0613b4d9d68792d" providerId="LiveId" clId="{B75D0D6A-262E-434A-A916-76758AD9AEC2}" dt="2025-05-20T04:00:15.367" v="61" actId="47"/>
        <pc:sldMkLst>
          <pc:docMk/>
          <pc:sldMk cId="100459200" sldId="262"/>
        </pc:sldMkLst>
      </pc:sldChg>
      <pc:sldChg chg="addSp modSp new del">
        <pc:chgData name="Jack Bond" userId="d0613b4d9d68792d" providerId="LiveId" clId="{B75D0D6A-262E-434A-A916-76758AD9AEC2}" dt="2025-05-20T04:03:06.157" v="83" actId="680"/>
        <pc:sldMkLst>
          <pc:docMk/>
          <pc:sldMk cId="2178576567" sldId="262"/>
        </pc:sldMkLst>
      </pc:sldChg>
      <pc:sldChg chg="addSp delSp modSp add del mod">
        <pc:chgData name="Jack Bond" userId="d0613b4d9d68792d" providerId="LiveId" clId="{B75D0D6A-262E-434A-A916-76758AD9AEC2}" dt="2025-05-21T05:11:01.816" v="585" actId="478"/>
        <pc:sldMkLst>
          <pc:docMk/>
          <pc:sldMk cId="3999261004" sldId="263"/>
        </pc:sldMkLst>
      </pc:sldChg>
      <pc:sldChg chg="addSp delSp modSp new mod">
        <pc:chgData name="Jack Bond" userId="d0613b4d9d68792d" providerId="LiveId" clId="{B75D0D6A-262E-434A-A916-76758AD9AEC2}" dt="2025-05-21T02:59:10.367" v="421" actId="478"/>
        <pc:sldMkLst>
          <pc:docMk/>
          <pc:sldMk cId="1757367688" sldId="264"/>
        </pc:sldMkLst>
      </pc:sldChg>
      <pc:sldChg chg="add del">
        <pc:chgData name="Jack Bond" userId="d0613b4d9d68792d" providerId="LiveId" clId="{B75D0D6A-262E-434A-A916-76758AD9AEC2}" dt="2025-05-20T04:03:09.488" v="86" actId="47"/>
        <pc:sldMkLst>
          <pc:docMk/>
          <pc:sldMk cId="2677361860" sldId="264"/>
        </pc:sldMkLst>
      </pc:sldChg>
      <pc:sldChg chg="addSp delSp modSp new del mod">
        <pc:chgData name="Jack Bond" userId="d0613b4d9d68792d" providerId="LiveId" clId="{B75D0D6A-262E-434A-A916-76758AD9AEC2}" dt="2025-05-20T03:56:09.106" v="37" actId="47"/>
        <pc:sldMkLst>
          <pc:docMk/>
          <pc:sldMk cId="2927250577" sldId="265"/>
        </pc:sldMkLst>
      </pc:sldChg>
      <pc:sldChg chg="addSp delSp modSp new mod ord">
        <pc:chgData name="Jack Bond" userId="d0613b4d9d68792d" providerId="LiveId" clId="{B75D0D6A-262E-434A-A916-76758AD9AEC2}" dt="2025-05-21T20:26:34.502" v="644" actId="478"/>
        <pc:sldMkLst>
          <pc:docMk/>
          <pc:sldMk cId="4220064756" sldId="265"/>
        </pc:sldMkLst>
      </pc:sldChg>
    </pc:docChg>
  </pc:docChgLst>
  <pc:docChgLst>
    <pc:chgData name="Jack Bond" userId="d0613b4d9d68792d" providerId="LiveId" clId="{5EC4AB4B-B52D-4C64-A18D-BF73A811A050}"/>
    <pc:docChg chg="undo custSel addSld delSld modSld">
      <pc:chgData name="Jack Bond" userId="d0613b4d9d68792d" providerId="LiveId" clId="{5EC4AB4B-B52D-4C64-A18D-BF73A811A050}" dt="2025-08-26T19:07:21.793" v="576" actId="1076"/>
      <pc:docMkLst>
        <pc:docMk/>
      </pc:docMkLst>
      <pc:sldChg chg="del">
        <pc:chgData name="Jack Bond" userId="d0613b4d9d68792d" providerId="LiveId" clId="{5EC4AB4B-B52D-4C64-A18D-BF73A811A050}" dt="2025-08-26T00:24:24.106" v="1" actId="47"/>
        <pc:sldMkLst>
          <pc:docMk/>
          <pc:sldMk cId="2296457534" sldId="269"/>
        </pc:sldMkLst>
      </pc:sldChg>
      <pc:sldChg chg="del">
        <pc:chgData name="Jack Bond" userId="d0613b4d9d68792d" providerId="LiveId" clId="{5EC4AB4B-B52D-4C64-A18D-BF73A811A050}" dt="2025-08-26T00:24:24.106" v="1" actId="47"/>
        <pc:sldMkLst>
          <pc:docMk/>
          <pc:sldMk cId="2868086417" sldId="271"/>
        </pc:sldMkLst>
      </pc:sldChg>
      <pc:sldChg chg="addSp delSp modSp new mod">
        <pc:chgData name="Jack Bond" userId="d0613b4d9d68792d" providerId="LiveId" clId="{5EC4AB4B-B52D-4C64-A18D-BF73A811A050}" dt="2025-08-26T19:07:21.793" v="576" actId="1076"/>
        <pc:sldMkLst>
          <pc:docMk/>
          <pc:sldMk cId="3096770309" sldId="272"/>
        </pc:sldMkLst>
      </pc:sldChg>
      <pc:sldChg chg="addSp modSp new mod">
        <pc:chgData name="Jack Bond" userId="d0613b4d9d68792d" providerId="LiveId" clId="{5EC4AB4B-B52D-4C64-A18D-BF73A811A050}" dt="2025-08-26T03:05:48.581" v="558"/>
        <pc:sldMkLst>
          <pc:docMk/>
          <pc:sldMk cId="3795993947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092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878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7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28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408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039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134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895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8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484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124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5EEA92C-1C51-A63C-AFE0-88E4AE1E3021}"/>
              </a:ext>
            </a:extLst>
          </p:cNvPr>
          <p:cNvGrpSpPr/>
          <p:nvPr/>
        </p:nvGrpSpPr>
        <p:grpSpPr>
          <a:xfrm>
            <a:off x="820344" y="152334"/>
            <a:ext cx="6131711" cy="2889923"/>
            <a:chOff x="832987" y="209129"/>
            <a:chExt cx="6131711" cy="28899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FEF804F-69BA-9492-C970-BFE0A1AC39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6200000">
              <a:off x="988226" y="53890"/>
              <a:ext cx="2889921" cy="3200400"/>
            </a:xfrm>
            <a:prstGeom prst="rect">
              <a:avLst/>
            </a:prstGeom>
            <a:noFill/>
            <a:effectLst>
              <a:softEdge rad="127000"/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1D154CDE-4FCC-8876-E2E7-F88EFE4452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6200000" flipV="1">
              <a:off x="3919537" y="53891"/>
              <a:ext cx="2889922" cy="3200400"/>
            </a:xfrm>
            <a:prstGeom prst="rect">
              <a:avLst/>
            </a:prstGeom>
            <a:noFill/>
            <a:effectLst>
              <a:softEdge rad="127000"/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Picture 4" descr="A screenshot of a card&#10;&#10;AI-generated content may be incorrect.">
            <a:extLst>
              <a:ext uri="{FF2B5EF4-FFF2-40B4-BE49-F238E27FC236}">
                <a16:creationId xmlns:a16="http://schemas.microsoft.com/office/drawing/2014/main" id="{26BE9FC6-9628-A31C-CB60-62A6930FD2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99" y="5029200"/>
            <a:ext cx="3592286" cy="50292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74A55F7-800E-B6D9-51FF-C53A7273ABD6}"/>
              </a:ext>
            </a:extLst>
          </p:cNvPr>
          <p:cNvGrpSpPr/>
          <p:nvPr/>
        </p:nvGrpSpPr>
        <p:grpSpPr>
          <a:xfrm rot="5400000">
            <a:off x="961803" y="3750032"/>
            <a:ext cx="1669230" cy="380291"/>
            <a:chOff x="2107824" y="3619374"/>
            <a:chExt cx="1669230" cy="38029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2EE24B3-7166-F56C-C1FB-4AD3B5CAB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5400000">
              <a:off x="3175952" y="3398563"/>
              <a:ext cx="380289" cy="821915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263922A-D33D-9A97-1170-B3FB80BA6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5400000" flipV="1">
              <a:off x="2328637" y="3398561"/>
              <a:ext cx="380289" cy="821916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1607008-6B36-2AB0-52FA-ECE8A94B02DE}"/>
              </a:ext>
            </a:extLst>
          </p:cNvPr>
          <p:cNvGrpSpPr/>
          <p:nvPr/>
        </p:nvGrpSpPr>
        <p:grpSpPr>
          <a:xfrm>
            <a:off x="2429764" y="2846905"/>
            <a:ext cx="2912871" cy="2377646"/>
            <a:chOff x="2383057" y="2773023"/>
            <a:chExt cx="2912871" cy="2377646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AA695A1-1617-78B7-B453-3D8C70E6FCC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83057" y="2773023"/>
              <a:ext cx="1652159" cy="2377646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04AA422-9FDF-A456-37FA-A579BEF350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3649748" y="2773023"/>
              <a:ext cx="1646180" cy="23776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46064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age of a book&#10;&#10;AI-generated content may be incorrect.">
            <a:extLst>
              <a:ext uri="{FF2B5EF4-FFF2-40B4-BE49-F238E27FC236}">
                <a16:creationId xmlns:a16="http://schemas.microsoft.com/office/drawing/2014/main" id="{A9016CF3-304A-FF2B-4A3E-EF2166D566BB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1771650"/>
            <a:ext cx="7620000" cy="651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5797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8599</TotalTime>
  <Words>0</Words>
  <Application>Microsoft Office PowerPoint</Application>
  <PresentationFormat>Custom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 Bond</dc:creator>
  <cp:lastModifiedBy>Jack Bond</cp:lastModifiedBy>
  <cp:revision>12</cp:revision>
  <cp:lastPrinted>2025-07-02T20:13:04Z</cp:lastPrinted>
  <dcterms:created xsi:type="dcterms:W3CDTF">2023-08-15T22:34:31Z</dcterms:created>
  <dcterms:modified xsi:type="dcterms:W3CDTF">2025-10-13T05:11:30Z</dcterms:modified>
</cp:coreProperties>
</file>