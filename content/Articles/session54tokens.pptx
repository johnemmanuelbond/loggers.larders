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9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9E7EF-7AFF-4D57-AAD6-9B15BD7BBB1C}" v="15" dt="2026-08-24T20:57:32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60"/>
  </p:normalViewPr>
  <p:slideViewPr>
    <p:cSldViewPr snapToGrid="0">
      <p:cViewPr varScale="1">
        <p:scale>
          <a:sx n="73" d="100"/>
          <a:sy n="73" d="100"/>
        </p:scale>
        <p:origin x="28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8-24T21:13:28.617" v="1756" actId="47"/>
      <pc:docMkLst>
        <pc:docMk/>
      </pc:docMkLst>
      <pc:sldChg chg="addSp delSp modSp add mod">
        <pc:chgData name="Jack Bond" userId="d0613b4d9d68792d" providerId="LiveId" clId="{DAEA3D54-AD02-4E1B-A73A-AB467D915B21}" dt="2026-08-24T21:04:08.328" v="1750" actId="1076"/>
        <pc:sldMkLst>
          <pc:docMk/>
          <pc:sldMk cId="3346064594" sldId="274"/>
        </pc:sldMkLst>
        <pc:spChg chg="add del mod">
          <ac:chgData name="Jack Bond" userId="d0613b4d9d68792d" providerId="LiveId" clId="{DAEA3D54-AD02-4E1B-A73A-AB467D915B21}" dt="2026-08-24T20:47:30.726" v="1642"/>
          <ac:spMkLst>
            <pc:docMk/>
            <pc:sldMk cId="3346064594" sldId="274"/>
            <ac:spMk id="14" creationId="{2B29EA88-DCA7-DBC1-F980-49758DF0FD85}"/>
          </ac:spMkLst>
        </pc:spChg>
        <pc:picChg chg="del">
          <ac:chgData name="Jack Bond" userId="d0613b4d9d68792d" providerId="LiveId" clId="{DAEA3D54-AD02-4E1B-A73A-AB467D915B21}" dt="2026-08-24T20:46:55.915" v="1633" actId="478"/>
          <ac:picMkLst>
            <pc:docMk/>
            <pc:sldMk cId="3346064594" sldId="274"/>
            <ac:picMk id="6" creationId="{F246B52B-BFC4-3378-DA0F-94C2A76D8741}"/>
          </ac:picMkLst>
        </pc:picChg>
        <pc:picChg chg="add mod">
          <ac:chgData name="Jack Bond" userId="d0613b4d9d68792d" providerId="LiveId" clId="{DAEA3D54-AD02-4E1B-A73A-AB467D915B21}" dt="2026-08-24T20:47:01.630" v="1634" actId="1076"/>
          <ac:picMkLst>
            <pc:docMk/>
            <pc:sldMk cId="3346064594" sldId="274"/>
            <ac:picMk id="11" creationId="{128F4F1C-9CFE-3E44-F76D-BCDD4CD40639}"/>
          </ac:picMkLst>
        </pc:picChg>
        <pc:picChg chg="add del mod">
          <ac:chgData name="Jack Bond" userId="d0613b4d9d68792d" providerId="LiveId" clId="{DAEA3D54-AD02-4E1B-A73A-AB467D915B21}" dt="2026-08-24T20:55:46.299" v="1709" actId="478"/>
          <ac:picMkLst>
            <pc:docMk/>
            <pc:sldMk cId="3346064594" sldId="274"/>
            <ac:picMk id="18" creationId="{376CFE1B-CC66-097D-3DF8-8CED3009B5AD}"/>
          </ac:picMkLst>
        </pc:picChg>
        <pc:picChg chg="add del">
          <ac:chgData name="Jack Bond" userId="d0613b4d9d68792d" providerId="LiveId" clId="{DAEA3D54-AD02-4E1B-A73A-AB467D915B21}" dt="2026-08-24T20:47:50.335" v="1644" actId="21"/>
          <ac:picMkLst>
            <pc:docMk/>
            <pc:sldMk cId="3346064594" sldId="274"/>
            <ac:picMk id="21" creationId="{F6BBBF8D-15F5-7FF5-4FA9-84FE2A2AAB60}"/>
          </ac:picMkLst>
        </pc:picChg>
        <pc:picChg chg="add mod">
          <ac:chgData name="Jack Bond" userId="d0613b4d9d68792d" providerId="LiveId" clId="{DAEA3D54-AD02-4E1B-A73A-AB467D915B21}" dt="2026-08-24T21:04:08.328" v="1750" actId="1076"/>
          <ac:picMkLst>
            <pc:docMk/>
            <pc:sldMk cId="3346064594" sldId="274"/>
            <ac:picMk id="23" creationId="{102F7DB5-2B2A-1649-973C-C286A7BC824D}"/>
          </ac:picMkLst>
        </pc:picChg>
      </pc:sldChg>
      <pc:sldChg chg="addSp delSp modSp add del mod">
        <pc:chgData name="Jack Bond" userId="d0613b4d9d68792d" providerId="LiveId" clId="{DAEA3D54-AD02-4E1B-A73A-AB467D915B21}" dt="2026-08-24T21:13:28.617" v="1756" actId="47"/>
        <pc:sldMkLst>
          <pc:docMk/>
          <pc:sldMk cId="4132167343" sldId="277"/>
        </pc:sldMkLst>
        <pc:picChg chg="add mod">
          <ac:chgData name="Jack Bond" userId="d0613b4d9d68792d" providerId="LiveId" clId="{DAEA3D54-AD02-4E1B-A73A-AB467D915B21}" dt="2026-08-02T21:58:52.854" v="1571"/>
          <ac:picMkLst>
            <pc:docMk/>
            <pc:sldMk cId="4132167343" sldId="277"/>
            <ac:picMk id="7" creationId="{E336593B-51AA-34E3-BC2D-0AF7B7C9AB14}"/>
          </ac:picMkLst>
        </pc:picChg>
        <pc:picChg chg="add del mod">
          <ac:chgData name="Jack Bond" userId="d0613b4d9d68792d" providerId="LiveId" clId="{DAEA3D54-AD02-4E1B-A73A-AB467D915B21}" dt="2026-08-02T22:17:32.155" v="1592" actId="21"/>
          <ac:picMkLst>
            <pc:docMk/>
            <pc:sldMk cId="4132167343" sldId="277"/>
            <ac:picMk id="10" creationId="{A46ABA80-87B6-5365-415D-D146A0C53E8E}"/>
          </ac:picMkLst>
        </pc:picChg>
      </pc:sldChg>
      <pc:sldChg chg="addSp delSp modSp new del mod">
        <pc:chgData name="Jack Bond" userId="d0613b4d9d68792d" providerId="LiveId" clId="{DAEA3D54-AD02-4E1B-A73A-AB467D915B21}" dt="2026-08-24T21:13:28.617" v="1756" actId="47"/>
        <pc:sldMkLst>
          <pc:docMk/>
          <pc:sldMk cId="2910099394" sldId="278"/>
        </pc:sldMkLst>
        <pc:grpChg chg="add mod">
          <ac:chgData name="Jack Bond" userId="d0613b4d9d68792d" providerId="LiveId" clId="{DAEA3D54-AD02-4E1B-A73A-AB467D915B21}" dt="2026-08-02T22:58:12.053" v="1621" actId="1076"/>
          <ac:grpSpMkLst>
            <pc:docMk/>
            <pc:sldMk cId="2910099394" sldId="278"/>
            <ac:grpSpMk id="11" creationId="{36B21515-AECC-215C-8584-AEAD2815D4AD}"/>
          </ac:grpSpMkLst>
        </pc:grpChg>
        <pc:picChg chg="add mod topLvl">
          <ac:chgData name="Jack Bond" userId="d0613b4d9d68792d" providerId="LiveId" clId="{DAEA3D54-AD02-4E1B-A73A-AB467D915B21}" dt="2026-08-02T22:58:03.690" v="1617" actId="164"/>
          <ac:picMkLst>
            <pc:docMk/>
            <pc:sldMk cId="2910099394" sldId="278"/>
            <ac:picMk id="3" creationId="{D358F318-79B8-E3B7-F1BC-B0A4012D3D35}"/>
          </ac:picMkLst>
        </pc:picChg>
        <pc:picChg chg="add mod topLvl">
          <ac:chgData name="Jack Bond" userId="d0613b4d9d68792d" providerId="LiveId" clId="{DAEA3D54-AD02-4E1B-A73A-AB467D915B21}" dt="2026-08-02T22:58:03.690" v="1617" actId="164"/>
          <ac:picMkLst>
            <pc:docMk/>
            <pc:sldMk cId="2910099394" sldId="278"/>
            <ac:picMk id="5" creationId="{30C5D1A7-117C-67CA-F01C-80C3BE6B2CEA}"/>
          </ac:picMkLst>
        </pc:picChg>
        <pc:picChg chg="add mod">
          <ac:chgData name="Jack Bond" userId="d0613b4d9d68792d" providerId="LiveId" clId="{DAEA3D54-AD02-4E1B-A73A-AB467D915B21}" dt="2026-08-02T22:58:03.690" v="1617" actId="164"/>
          <ac:picMkLst>
            <pc:docMk/>
            <pc:sldMk cId="2910099394" sldId="278"/>
            <ac:picMk id="10" creationId="{190373A0-CF61-FE30-4AD7-DFB72383376A}"/>
          </ac:picMkLst>
        </pc:picChg>
      </pc:sldChg>
      <pc:sldChg chg="addSp delSp modSp add mod">
        <pc:chgData name="Jack Bond" userId="d0613b4d9d68792d" providerId="LiveId" clId="{DAEA3D54-AD02-4E1B-A73A-AB467D915B21}" dt="2026-08-24T21:13:09.236" v="1755" actId="14100"/>
        <pc:sldMkLst>
          <pc:docMk/>
          <pc:sldMk cId="1370564945" sldId="279"/>
        </pc:sldMkLst>
        <pc:grpChg chg="del">
          <ac:chgData name="Jack Bond" userId="d0613b4d9d68792d" providerId="LiveId" clId="{DAEA3D54-AD02-4E1B-A73A-AB467D915B21}" dt="2026-08-24T20:55:01.665" v="1695" actId="478"/>
          <ac:grpSpMkLst>
            <pc:docMk/>
            <pc:sldMk cId="1370564945" sldId="279"/>
            <ac:grpSpMk id="13" creationId="{8ADC01C6-E648-EC15-53C7-B9091AFF4CA1}"/>
          </ac:grpSpMkLst>
        </pc:grpChg>
        <pc:grpChg chg="add del">
          <ac:chgData name="Jack Bond" userId="d0613b4d9d68792d" providerId="LiveId" clId="{DAEA3D54-AD02-4E1B-A73A-AB467D915B21}" dt="2026-08-24T20:48:01.077" v="1649" actId="478"/>
          <ac:grpSpMkLst>
            <pc:docMk/>
            <pc:sldMk cId="1370564945" sldId="279"/>
            <ac:grpSpMk id="19" creationId="{EDE9361C-D681-262F-056B-5A4A67F44E7C}"/>
          </ac:grpSpMkLst>
        </pc:grpChg>
        <pc:grpChg chg="add del mod">
          <ac:chgData name="Jack Bond" userId="d0613b4d9d68792d" providerId="LiveId" clId="{DAEA3D54-AD02-4E1B-A73A-AB467D915B21}" dt="2026-08-24T20:56:10.178" v="1712" actId="478"/>
          <ac:grpSpMkLst>
            <pc:docMk/>
            <pc:sldMk cId="1370564945" sldId="279"/>
            <ac:grpSpMk id="22" creationId="{885A0303-DD9F-FF7B-EB51-114A581F6BBE}"/>
          </ac:grpSpMkLst>
        </pc:grpChg>
        <pc:grpChg chg="add mod">
          <ac:chgData name="Jack Bond" userId="d0613b4d9d68792d" providerId="LiveId" clId="{DAEA3D54-AD02-4E1B-A73A-AB467D915B21}" dt="2026-08-24T20:56:12.859" v="1713"/>
          <ac:grpSpMkLst>
            <pc:docMk/>
            <pc:sldMk cId="1370564945" sldId="279"/>
            <ac:grpSpMk id="32" creationId="{CE529CD4-D567-8F15-E905-70F42D779F73}"/>
          </ac:grpSpMkLst>
        </pc:grpChg>
        <pc:grpChg chg="add mod">
          <ac:chgData name="Jack Bond" userId="d0613b4d9d68792d" providerId="LiveId" clId="{DAEA3D54-AD02-4E1B-A73A-AB467D915B21}" dt="2026-08-24T20:57:38.906" v="1743" actId="1076"/>
          <ac:grpSpMkLst>
            <pc:docMk/>
            <pc:sldMk cId="1370564945" sldId="279"/>
            <ac:grpSpMk id="43" creationId="{94E1F054-43BA-FD40-9178-39C9F9EDD750}"/>
          </ac:grpSpMkLst>
        </pc:grpChg>
        <pc:picChg chg="del">
          <ac:chgData name="Jack Bond" userId="d0613b4d9d68792d" providerId="LiveId" clId="{DAEA3D54-AD02-4E1B-A73A-AB467D915B21}" dt="2026-08-24T20:47:06.194" v="1635" actId="478"/>
          <ac:picMkLst>
            <pc:docMk/>
            <pc:sldMk cId="1370564945" sldId="279"/>
            <ac:picMk id="6" creationId="{F68EE0A4-4698-5B30-6B61-562E83DC6DB3}"/>
          </ac:picMkLst>
        </pc:picChg>
        <pc:picChg chg="del">
          <ac:chgData name="Jack Bond" userId="d0613b4d9d68792d" providerId="LiveId" clId="{DAEA3D54-AD02-4E1B-A73A-AB467D915B21}" dt="2026-08-24T20:48:08.391" v="1650" actId="478"/>
          <ac:picMkLst>
            <pc:docMk/>
            <pc:sldMk cId="1370564945" sldId="279"/>
            <ac:picMk id="7" creationId="{A99BA35C-E0AF-342C-675B-AE9FF9F24607}"/>
          </ac:picMkLst>
        </pc:picChg>
        <pc:picChg chg="del">
          <ac:chgData name="Jack Bond" userId="d0613b4d9d68792d" providerId="LiveId" clId="{DAEA3D54-AD02-4E1B-A73A-AB467D915B21}" dt="2026-08-24T20:48:08.391" v="1650" actId="478"/>
          <ac:picMkLst>
            <pc:docMk/>
            <pc:sldMk cId="1370564945" sldId="279"/>
            <ac:picMk id="8" creationId="{A886B406-272D-AE3C-B560-4DF505DF67A5}"/>
          </ac:picMkLst>
        </pc:picChg>
        <pc:picChg chg="del">
          <ac:chgData name="Jack Bond" userId="d0613b4d9d68792d" providerId="LiveId" clId="{DAEA3D54-AD02-4E1B-A73A-AB467D915B21}" dt="2026-08-24T20:48:08.391" v="1650" actId="478"/>
          <ac:picMkLst>
            <pc:docMk/>
            <pc:sldMk cId="1370564945" sldId="279"/>
            <ac:picMk id="10" creationId="{B4A80428-D24C-D365-A9D8-2DC575DE2260}"/>
          </ac:picMkLst>
        </pc:picChg>
        <pc:picChg chg="del">
          <ac:chgData name="Jack Bond" userId="d0613b4d9d68792d" providerId="LiveId" clId="{DAEA3D54-AD02-4E1B-A73A-AB467D915B21}" dt="2026-08-24T20:47:57.586" v="1647" actId="478"/>
          <ac:picMkLst>
            <pc:docMk/>
            <pc:sldMk cId="1370564945" sldId="279"/>
            <ac:picMk id="11" creationId="{C7FC095D-D3F5-BDD7-B77E-B530B862FAFC}"/>
          </ac:picMkLst>
        </pc:picChg>
        <pc:picChg chg="del">
          <ac:chgData name="Jack Bond" userId="d0613b4d9d68792d" providerId="LiveId" clId="{DAEA3D54-AD02-4E1B-A73A-AB467D915B21}" dt="2026-08-24T20:48:08.391" v="1650" actId="478"/>
          <ac:picMkLst>
            <pc:docMk/>
            <pc:sldMk cId="1370564945" sldId="279"/>
            <ac:picMk id="12" creationId="{689686BF-5289-3631-D6FD-8E1C90E9128F}"/>
          </ac:picMkLst>
        </pc:picChg>
        <pc:picChg chg="add mod">
          <ac:chgData name="Jack Bond" userId="d0613b4d9d68792d" providerId="LiveId" clId="{DAEA3D54-AD02-4E1B-A73A-AB467D915B21}" dt="2026-08-24T20:47:54.350" v="1646" actId="1076"/>
          <ac:picMkLst>
            <pc:docMk/>
            <pc:sldMk cId="1370564945" sldId="279"/>
            <ac:picMk id="14" creationId="{BB4C9815-5EDB-E258-72BC-3BBEFB16FC5D}"/>
          </ac:picMkLst>
        </pc:picChg>
        <pc:picChg chg="add del mod">
          <ac:chgData name="Jack Bond" userId="d0613b4d9d68792d" providerId="LiveId" clId="{DAEA3D54-AD02-4E1B-A73A-AB467D915B21}" dt="2026-08-24T20:49:32.285" v="1654" actId="478"/>
          <ac:picMkLst>
            <pc:docMk/>
            <pc:sldMk cId="1370564945" sldId="279"/>
            <ac:picMk id="15" creationId="{6C0AFFEB-9278-5E13-849C-582C7CEA4967}"/>
          </ac:picMkLst>
        </pc:picChg>
        <pc:picChg chg="add del mod modCrop">
          <ac:chgData name="Jack Bond" userId="d0613b4d9d68792d" providerId="LiveId" clId="{DAEA3D54-AD02-4E1B-A73A-AB467D915B21}" dt="2026-08-24T20:53:36.062" v="1675" actId="21"/>
          <ac:picMkLst>
            <pc:docMk/>
            <pc:sldMk cId="1370564945" sldId="279"/>
            <ac:picMk id="18" creationId="{45689EF7-4EB0-CFA9-F899-1C766C90DECD}"/>
          </ac:picMkLst>
        </pc:picChg>
        <pc:picChg chg="add mod">
          <ac:chgData name="Jack Bond" userId="d0613b4d9d68792d" providerId="LiveId" clId="{DAEA3D54-AD02-4E1B-A73A-AB467D915B21}" dt="2026-08-24T20:57:32.788" v="1741" actId="164"/>
          <ac:picMkLst>
            <pc:docMk/>
            <pc:sldMk cId="1370564945" sldId="279"/>
            <ac:picMk id="21" creationId="{7C9F6126-96A3-CBCA-613C-3891360F131A}"/>
          </ac:picMkLst>
        </pc:picChg>
        <pc:picChg chg="del mod">
          <ac:chgData name="Jack Bond" userId="d0613b4d9d68792d" providerId="LiveId" clId="{DAEA3D54-AD02-4E1B-A73A-AB467D915B21}" dt="2026-08-24T20:55:11.036" v="1697" actId="478"/>
          <ac:picMkLst>
            <pc:docMk/>
            <pc:sldMk cId="1370564945" sldId="279"/>
            <ac:picMk id="23" creationId="{4D4BD67C-605A-09D5-F5D0-B2685B8BA509}"/>
          </ac:picMkLst>
        </pc:picChg>
        <pc:picChg chg="mod">
          <ac:chgData name="Jack Bond" userId="d0613b4d9d68792d" providerId="LiveId" clId="{DAEA3D54-AD02-4E1B-A73A-AB467D915B21}" dt="2026-08-24T20:55:04.512" v="1696"/>
          <ac:picMkLst>
            <pc:docMk/>
            <pc:sldMk cId="1370564945" sldId="279"/>
            <ac:picMk id="24" creationId="{B8AC914E-48FF-B686-FA87-3D34F9426B81}"/>
          </ac:picMkLst>
        </pc:picChg>
        <pc:picChg chg="del mod">
          <ac:chgData name="Jack Bond" userId="d0613b4d9d68792d" providerId="LiveId" clId="{DAEA3D54-AD02-4E1B-A73A-AB467D915B21}" dt="2026-08-24T20:55:11.036" v="1697" actId="478"/>
          <ac:picMkLst>
            <pc:docMk/>
            <pc:sldMk cId="1370564945" sldId="279"/>
            <ac:picMk id="25" creationId="{F706BF9C-24F7-C31F-B0B4-01E8C599E7BA}"/>
          </ac:picMkLst>
        </pc:picChg>
        <pc:picChg chg="mod">
          <ac:chgData name="Jack Bond" userId="d0613b4d9d68792d" providerId="LiveId" clId="{DAEA3D54-AD02-4E1B-A73A-AB467D915B21}" dt="2026-08-24T20:55:04.512" v="1696"/>
          <ac:picMkLst>
            <pc:docMk/>
            <pc:sldMk cId="1370564945" sldId="279"/>
            <ac:picMk id="26" creationId="{6FB7FEB1-AEAF-9BFE-8295-E92EEEBB2194}"/>
          </ac:picMkLst>
        </pc:picChg>
        <pc:picChg chg="del mod">
          <ac:chgData name="Jack Bond" userId="d0613b4d9d68792d" providerId="LiveId" clId="{DAEA3D54-AD02-4E1B-A73A-AB467D915B21}" dt="2026-08-24T20:55:11.036" v="1697" actId="478"/>
          <ac:picMkLst>
            <pc:docMk/>
            <pc:sldMk cId="1370564945" sldId="279"/>
            <ac:picMk id="27" creationId="{7B1BF2F7-0073-9737-1DD0-FE4B3BC5C723}"/>
          </ac:picMkLst>
        </pc:picChg>
        <pc:picChg chg="mod">
          <ac:chgData name="Jack Bond" userId="d0613b4d9d68792d" providerId="LiveId" clId="{DAEA3D54-AD02-4E1B-A73A-AB467D915B21}" dt="2026-08-24T20:55:04.512" v="1696"/>
          <ac:picMkLst>
            <pc:docMk/>
            <pc:sldMk cId="1370564945" sldId="279"/>
            <ac:picMk id="28" creationId="{8652F696-4CA2-D353-9834-F29DB29F2908}"/>
          </ac:picMkLst>
        </pc:picChg>
        <pc:picChg chg="del mod">
          <ac:chgData name="Jack Bond" userId="d0613b4d9d68792d" providerId="LiveId" clId="{DAEA3D54-AD02-4E1B-A73A-AB467D915B21}" dt="2026-08-24T20:55:11.036" v="1697" actId="478"/>
          <ac:picMkLst>
            <pc:docMk/>
            <pc:sldMk cId="1370564945" sldId="279"/>
            <ac:picMk id="29" creationId="{D7856A79-7189-A978-5D94-D2B3409DEEC5}"/>
          </ac:picMkLst>
        </pc:picChg>
        <pc:picChg chg="mod">
          <ac:chgData name="Jack Bond" userId="d0613b4d9d68792d" providerId="LiveId" clId="{DAEA3D54-AD02-4E1B-A73A-AB467D915B21}" dt="2026-08-24T20:55:04.512" v="1696"/>
          <ac:picMkLst>
            <pc:docMk/>
            <pc:sldMk cId="1370564945" sldId="279"/>
            <ac:picMk id="30" creationId="{35B54239-8210-B09E-CB49-8F09A7D63A32}"/>
          </ac:picMkLst>
        </pc:picChg>
        <pc:picChg chg="add del mod">
          <ac:chgData name="Jack Bond" userId="d0613b4d9d68792d" providerId="LiveId" clId="{DAEA3D54-AD02-4E1B-A73A-AB467D915B21}" dt="2026-08-24T20:56:07.545" v="1711" actId="478"/>
          <ac:picMkLst>
            <pc:docMk/>
            <pc:sldMk cId="1370564945" sldId="279"/>
            <ac:picMk id="31" creationId="{5D1D3155-B408-0A6C-6E80-02BFA7B79E0A}"/>
          </ac:picMkLst>
        </pc:picChg>
        <pc:picChg chg="mod">
          <ac:chgData name="Jack Bond" userId="d0613b4d9d68792d" providerId="LiveId" clId="{DAEA3D54-AD02-4E1B-A73A-AB467D915B21}" dt="2026-08-24T20:56:12.859" v="1713"/>
          <ac:picMkLst>
            <pc:docMk/>
            <pc:sldMk cId="1370564945" sldId="279"/>
            <ac:picMk id="33" creationId="{B5B37EC6-3D8B-E944-95A4-4D7877F22BF7}"/>
          </ac:picMkLst>
        </pc:picChg>
        <pc:picChg chg="mod">
          <ac:chgData name="Jack Bond" userId="d0613b4d9d68792d" providerId="LiveId" clId="{DAEA3D54-AD02-4E1B-A73A-AB467D915B21}" dt="2026-08-24T20:56:12.859" v="1713"/>
          <ac:picMkLst>
            <pc:docMk/>
            <pc:sldMk cId="1370564945" sldId="279"/>
            <ac:picMk id="34" creationId="{8C52DE99-6EDC-D6BF-27B1-CFB87BA26F02}"/>
          </ac:picMkLst>
        </pc:picChg>
        <pc:picChg chg="mod">
          <ac:chgData name="Jack Bond" userId="d0613b4d9d68792d" providerId="LiveId" clId="{DAEA3D54-AD02-4E1B-A73A-AB467D915B21}" dt="2026-08-24T20:56:12.859" v="1713"/>
          <ac:picMkLst>
            <pc:docMk/>
            <pc:sldMk cId="1370564945" sldId="279"/>
            <ac:picMk id="35" creationId="{9313D3E6-2586-041F-067D-7AA888618FB3}"/>
          </ac:picMkLst>
        </pc:picChg>
        <pc:picChg chg="mod">
          <ac:chgData name="Jack Bond" userId="d0613b4d9d68792d" providerId="LiveId" clId="{DAEA3D54-AD02-4E1B-A73A-AB467D915B21}" dt="2026-08-24T20:56:12.859" v="1713"/>
          <ac:picMkLst>
            <pc:docMk/>
            <pc:sldMk cId="1370564945" sldId="279"/>
            <ac:picMk id="36" creationId="{0C7E3109-A271-8027-57EF-D22C01ED6A1B}"/>
          </ac:picMkLst>
        </pc:picChg>
        <pc:picChg chg="del mod">
          <ac:chgData name="Jack Bond" userId="d0613b4d9d68792d" providerId="LiveId" clId="{DAEA3D54-AD02-4E1B-A73A-AB467D915B21}" dt="2026-08-24T20:56:16.532" v="1714" actId="478"/>
          <ac:picMkLst>
            <pc:docMk/>
            <pc:sldMk cId="1370564945" sldId="279"/>
            <ac:picMk id="37" creationId="{6EF8ABEC-37D5-4C6F-E060-BEA043345E8A}"/>
          </ac:picMkLst>
        </pc:picChg>
        <pc:picChg chg="del mod">
          <ac:chgData name="Jack Bond" userId="d0613b4d9d68792d" providerId="LiveId" clId="{DAEA3D54-AD02-4E1B-A73A-AB467D915B21}" dt="2026-08-24T20:56:16.532" v="1714" actId="478"/>
          <ac:picMkLst>
            <pc:docMk/>
            <pc:sldMk cId="1370564945" sldId="279"/>
            <ac:picMk id="38" creationId="{576D4B2E-B371-3D53-CA14-F05214EAC6CB}"/>
          </ac:picMkLst>
        </pc:picChg>
        <pc:picChg chg="del mod">
          <ac:chgData name="Jack Bond" userId="d0613b4d9d68792d" providerId="LiveId" clId="{DAEA3D54-AD02-4E1B-A73A-AB467D915B21}" dt="2026-08-24T20:56:16.532" v="1714" actId="478"/>
          <ac:picMkLst>
            <pc:docMk/>
            <pc:sldMk cId="1370564945" sldId="279"/>
            <ac:picMk id="39" creationId="{D08DDB18-467A-AD6A-F20C-CE194B508ADC}"/>
          </ac:picMkLst>
        </pc:picChg>
        <pc:picChg chg="del mod">
          <ac:chgData name="Jack Bond" userId="d0613b4d9d68792d" providerId="LiveId" clId="{DAEA3D54-AD02-4E1B-A73A-AB467D915B21}" dt="2026-08-24T20:56:16.532" v="1714" actId="478"/>
          <ac:picMkLst>
            <pc:docMk/>
            <pc:sldMk cId="1370564945" sldId="279"/>
            <ac:picMk id="40" creationId="{D0602170-A861-CF56-1800-599FCF20071E}"/>
          </ac:picMkLst>
        </pc:picChg>
        <pc:picChg chg="add mod">
          <ac:chgData name="Jack Bond" userId="d0613b4d9d68792d" providerId="LiveId" clId="{DAEA3D54-AD02-4E1B-A73A-AB467D915B21}" dt="2026-08-24T20:57:32.788" v="1741" actId="164"/>
          <ac:picMkLst>
            <pc:docMk/>
            <pc:sldMk cId="1370564945" sldId="279"/>
            <ac:picMk id="42" creationId="{F83BB940-DF58-39A8-C337-B44D0E65ACB1}"/>
          </ac:picMkLst>
        </pc:picChg>
        <pc:picChg chg="add mod">
          <ac:chgData name="Jack Bond" userId="d0613b4d9d68792d" providerId="LiveId" clId="{DAEA3D54-AD02-4E1B-A73A-AB467D915B21}" dt="2026-08-24T21:13:09.236" v="1755" actId="14100"/>
          <ac:picMkLst>
            <pc:docMk/>
            <pc:sldMk cId="1370564945" sldId="279"/>
            <ac:picMk id="45" creationId="{DE45D13C-AB61-F9E7-D154-F61135CCCD0B}"/>
          </ac:picMkLst>
        </pc:picChg>
      </pc:sldChg>
      <pc:sldChg chg="add del">
        <pc:chgData name="Jack Bond" userId="d0613b4d9d68792d" providerId="LiveId" clId="{DAEA3D54-AD02-4E1B-A73A-AB467D915B21}" dt="2026-08-24T20:53:33.019" v="1673" actId="47"/>
        <pc:sldMkLst>
          <pc:docMk/>
          <pc:sldMk cId="2200709458" sldId="280"/>
        </pc:sldMkLst>
      </pc:sldChg>
      <pc:sldChg chg="addSp delSp modSp new del mod">
        <pc:chgData name="Jack Bond" userId="d0613b4d9d68792d" providerId="LiveId" clId="{DAEA3D54-AD02-4E1B-A73A-AB467D915B21}" dt="2026-08-24T20:57:41.934" v="1744" actId="47"/>
        <pc:sldMkLst>
          <pc:docMk/>
          <pc:sldMk cId="3305758837" sldId="280"/>
        </pc:sldMkLst>
        <pc:spChg chg="add del">
          <ac:chgData name="Jack Bond" userId="d0613b4d9d68792d" providerId="LiveId" clId="{DAEA3D54-AD02-4E1B-A73A-AB467D915B21}" dt="2026-08-24T20:53:53.221" v="1679" actId="478"/>
          <ac:spMkLst>
            <pc:docMk/>
            <pc:sldMk cId="3305758837" sldId="280"/>
            <ac:spMk id="4" creationId="{AD9F04EF-2E3A-D17E-B251-CE11FE61F28D}"/>
          </ac:spMkLst>
        </pc:spChg>
        <pc:spChg chg="add del mod">
          <ac:chgData name="Jack Bond" userId="d0613b4d9d68792d" providerId="LiveId" clId="{DAEA3D54-AD02-4E1B-A73A-AB467D915B21}" dt="2026-08-24T20:54:52.563" v="1690" actId="478"/>
          <ac:spMkLst>
            <pc:docMk/>
            <pc:sldMk cId="3305758837" sldId="280"/>
            <ac:spMk id="5" creationId="{E2657560-4DFF-91AC-2B05-8833BB9ECEE5}"/>
          </ac:spMkLst>
        </pc:spChg>
        <pc:spChg chg="mod">
          <ac:chgData name="Jack Bond" userId="d0613b4d9d68792d" providerId="LiveId" clId="{DAEA3D54-AD02-4E1B-A73A-AB467D915B21}" dt="2026-08-24T20:54:26.500" v="1682"/>
          <ac:spMkLst>
            <pc:docMk/>
            <pc:sldMk cId="3305758837" sldId="280"/>
            <ac:spMk id="6" creationId="{9DF4296E-A87F-A999-CAAB-42CEB80CD901}"/>
          </ac:spMkLst>
        </pc:spChg>
        <pc:spChg chg="mod">
          <ac:chgData name="Jack Bond" userId="d0613b4d9d68792d" providerId="LiveId" clId="{DAEA3D54-AD02-4E1B-A73A-AB467D915B21}" dt="2026-08-24T20:54:26.500" v="1682"/>
          <ac:spMkLst>
            <pc:docMk/>
            <pc:sldMk cId="3305758837" sldId="280"/>
            <ac:spMk id="7" creationId="{7055D20D-7AF3-BFA0-4A2E-89BE34F1ADD3}"/>
          </ac:spMkLst>
        </pc:spChg>
        <pc:spChg chg="mod">
          <ac:chgData name="Jack Bond" userId="d0613b4d9d68792d" providerId="LiveId" clId="{DAEA3D54-AD02-4E1B-A73A-AB467D915B21}" dt="2026-08-24T20:54:26.500" v="1682"/>
          <ac:spMkLst>
            <pc:docMk/>
            <pc:sldMk cId="3305758837" sldId="280"/>
            <ac:spMk id="8" creationId="{E2EA5B7A-493E-6B9A-17C4-9B0C3A600F00}"/>
          </ac:spMkLst>
        </pc:spChg>
        <pc:spChg chg="mod">
          <ac:chgData name="Jack Bond" userId="d0613b4d9d68792d" providerId="LiveId" clId="{DAEA3D54-AD02-4E1B-A73A-AB467D915B21}" dt="2026-08-24T20:54:26.500" v="1682"/>
          <ac:spMkLst>
            <pc:docMk/>
            <pc:sldMk cId="3305758837" sldId="280"/>
            <ac:spMk id="9" creationId="{DB518CBA-468A-EAE5-64E6-67C77BF1AEF5}"/>
          </ac:spMkLst>
        </pc:spChg>
        <pc:spChg chg="mod">
          <ac:chgData name="Jack Bond" userId="d0613b4d9d68792d" providerId="LiveId" clId="{DAEA3D54-AD02-4E1B-A73A-AB467D915B21}" dt="2026-08-24T20:54:26.500" v="1682"/>
          <ac:spMkLst>
            <pc:docMk/>
            <pc:sldMk cId="3305758837" sldId="280"/>
            <ac:spMk id="10" creationId="{3F978321-7BED-A454-E4FB-0A8809438DF1}"/>
          </ac:spMkLst>
        </pc:spChg>
        <pc:spChg chg="mod">
          <ac:chgData name="Jack Bond" userId="d0613b4d9d68792d" providerId="LiveId" clId="{DAEA3D54-AD02-4E1B-A73A-AB467D915B21}" dt="2026-08-24T20:54:26.500" v="1682"/>
          <ac:spMkLst>
            <pc:docMk/>
            <pc:sldMk cId="3305758837" sldId="280"/>
            <ac:spMk id="11" creationId="{CD87E74B-DD3E-0D60-2CA2-FEA280AA77C4}"/>
          </ac:spMkLst>
        </pc:spChg>
        <pc:spChg chg="mod">
          <ac:chgData name="Jack Bond" userId="d0613b4d9d68792d" providerId="LiveId" clId="{DAEA3D54-AD02-4E1B-A73A-AB467D915B21}" dt="2026-08-24T20:54:47.496" v="1689"/>
          <ac:spMkLst>
            <pc:docMk/>
            <pc:sldMk cId="3305758837" sldId="280"/>
            <ac:spMk id="12" creationId="{524F8FAB-A79D-C7A3-3700-B43828EC39F7}"/>
          </ac:spMkLst>
        </pc:spChg>
        <pc:spChg chg="mod">
          <ac:chgData name="Jack Bond" userId="d0613b4d9d68792d" providerId="LiveId" clId="{DAEA3D54-AD02-4E1B-A73A-AB467D915B21}" dt="2026-08-24T20:54:47.496" v="1689"/>
          <ac:spMkLst>
            <pc:docMk/>
            <pc:sldMk cId="3305758837" sldId="280"/>
            <ac:spMk id="13" creationId="{0707E089-3A4B-ACFA-967B-AFF156633A15}"/>
          </ac:spMkLst>
        </pc:spChg>
        <pc:spChg chg="mod">
          <ac:chgData name="Jack Bond" userId="d0613b4d9d68792d" providerId="LiveId" clId="{DAEA3D54-AD02-4E1B-A73A-AB467D915B21}" dt="2026-08-24T20:54:47.496" v="1689"/>
          <ac:spMkLst>
            <pc:docMk/>
            <pc:sldMk cId="3305758837" sldId="280"/>
            <ac:spMk id="14" creationId="{CD3BB194-DDC0-1D28-0BEA-F7B1A84337B2}"/>
          </ac:spMkLst>
        </pc:spChg>
        <pc:spChg chg="mod">
          <ac:chgData name="Jack Bond" userId="d0613b4d9d68792d" providerId="LiveId" clId="{DAEA3D54-AD02-4E1B-A73A-AB467D915B21}" dt="2026-08-24T20:54:47.496" v="1689"/>
          <ac:spMkLst>
            <pc:docMk/>
            <pc:sldMk cId="3305758837" sldId="280"/>
            <ac:spMk id="15" creationId="{560AB252-2C57-5970-BB67-21921E0908F8}"/>
          </ac:spMkLst>
        </pc:spChg>
        <pc:spChg chg="mod">
          <ac:chgData name="Jack Bond" userId="d0613b4d9d68792d" providerId="LiveId" clId="{DAEA3D54-AD02-4E1B-A73A-AB467D915B21}" dt="2026-08-24T20:54:47.496" v="1689"/>
          <ac:spMkLst>
            <pc:docMk/>
            <pc:sldMk cId="3305758837" sldId="280"/>
            <ac:spMk id="16" creationId="{AED32C97-71DD-9FBE-7052-7A203A96EABD}"/>
          </ac:spMkLst>
        </pc:spChg>
        <pc:spChg chg="mod">
          <ac:chgData name="Jack Bond" userId="d0613b4d9d68792d" providerId="LiveId" clId="{DAEA3D54-AD02-4E1B-A73A-AB467D915B21}" dt="2026-08-24T20:54:47.496" v="1689"/>
          <ac:spMkLst>
            <pc:docMk/>
            <pc:sldMk cId="3305758837" sldId="280"/>
            <ac:spMk id="17" creationId="{86D302D0-E2D2-94E1-0779-1BBCAB842BEA}"/>
          </ac:spMkLst>
        </pc:spChg>
        <pc:picChg chg="add del mod">
          <ac:chgData name="Jack Bond" userId="d0613b4d9d68792d" providerId="LiveId" clId="{DAEA3D54-AD02-4E1B-A73A-AB467D915B21}" dt="2026-08-24T20:54:55.576" v="1692" actId="21"/>
          <ac:picMkLst>
            <pc:docMk/>
            <pc:sldMk cId="3305758837" sldId="280"/>
            <ac:picMk id="3" creationId="{4AE970FC-825E-80B8-F894-71E23ADBF5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B4047F2-51E5-56EF-9E5E-582E10A6E209}"/>
              </a:ext>
            </a:extLst>
          </p:cNvPr>
          <p:cNvGrpSpPr/>
          <p:nvPr/>
        </p:nvGrpSpPr>
        <p:grpSpPr>
          <a:xfrm>
            <a:off x="619358" y="72570"/>
            <a:ext cx="2941399" cy="3387316"/>
            <a:chOff x="1309161" y="-856827"/>
            <a:chExt cx="2469566" cy="28439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1166FDD-29D7-5E40-ACBA-6734AD3D3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6" t="10077" r="5263" b="13228"/>
            <a:stretch>
              <a:fillRect/>
            </a:stretch>
          </p:blipFill>
          <p:spPr>
            <a:xfrm>
              <a:off x="1309161" y="565150"/>
              <a:ext cx="2469566" cy="142197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47FBA39-193F-5C78-2C08-83EF25FB0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6" t="10077" r="5263" b="13228"/>
            <a:stretch>
              <a:fillRect/>
            </a:stretch>
          </p:blipFill>
          <p:spPr>
            <a:xfrm flipV="1">
              <a:off x="1309161" y="-856827"/>
              <a:ext cx="2469566" cy="142197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16A5F0-EADF-970F-704F-8EDE93DCCFB9}"/>
              </a:ext>
            </a:extLst>
          </p:cNvPr>
          <p:cNvGrpSpPr/>
          <p:nvPr/>
        </p:nvGrpSpPr>
        <p:grpSpPr>
          <a:xfrm>
            <a:off x="622924" y="3561487"/>
            <a:ext cx="2937834" cy="6424343"/>
            <a:chOff x="540980" y="3816350"/>
            <a:chExt cx="3012102" cy="6586748"/>
          </a:xfrm>
        </p:grpSpPr>
        <p:pic>
          <p:nvPicPr>
            <p:cNvPr id="2" name="Picture 1" descr="Demon Deer Poster - Etsy">
              <a:extLst>
                <a:ext uri="{FF2B5EF4-FFF2-40B4-BE49-F238E27FC236}">
                  <a16:creationId xmlns:a16="http://schemas.microsoft.com/office/drawing/2014/main" id="{86BA1F3C-B800-9D8F-5301-9A04AB59B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 flipV="1">
              <a:off x="540980" y="3816350"/>
              <a:ext cx="1466862" cy="1611762"/>
            </a:xfrm>
            <a:prstGeom prst="rect">
              <a:avLst/>
            </a:prstGeom>
          </p:spPr>
        </p:pic>
        <p:pic>
          <p:nvPicPr>
            <p:cNvPr id="3" name="Picture 2" descr="Demon Deer Poster - Etsy">
              <a:extLst>
                <a:ext uri="{FF2B5EF4-FFF2-40B4-BE49-F238E27FC236}">
                  <a16:creationId xmlns:a16="http://schemas.microsoft.com/office/drawing/2014/main" id="{C25B7A96-B95F-98DE-C633-AF1F897DC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 flipV="1">
              <a:off x="2086220" y="3816350"/>
              <a:ext cx="1466862" cy="1611762"/>
            </a:xfrm>
            <a:prstGeom prst="rect">
              <a:avLst/>
            </a:prstGeom>
          </p:spPr>
        </p:pic>
        <p:pic>
          <p:nvPicPr>
            <p:cNvPr id="4" name="Picture 3" descr="Demon Deer Poster - Etsy">
              <a:extLst>
                <a:ext uri="{FF2B5EF4-FFF2-40B4-BE49-F238E27FC236}">
                  <a16:creationId xmlns:a16="http://schemas.microsoft.com/office/drawing/2014/main" id="{ACF90A4A-2094-C85E-D265-259379BC4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>
              <a:off x="540980" y="5428112"/>
              <a:ext cx="1466862" cy="1611762"/>
            </a:xfrm>
            <a:prstGeom prst="rect">
              <a:avLst/>
            </a:prstGeom>
          </p:spPr>
        </p:pic>
        <p:pic>
          <p:nvPicPr>
            <p:cNvPr id="5" name="Picture 4" descr="Demon Deer Poster - Etsy">
              <a:extLst>
                <a:ext uri="{FF2B5EF4-FFF2-40B4-BE49-F238E27FC236}">
                  <a16:creationId xmlns:a16="http://schemas.microsoft.com/office/drawing/2014/main" id="{192CE802-AA47-4702-C06E-B49BE320F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>
              <a:off x="2086220" y="5428112"/>
              <a:ext cx="1466862" cy="1611762"/>
            </a:xfrm>
            <a:prstGeom prst="rect">
              <a:avLst/>
            </a:prstGeom>
          </p:spPr>
        </p:pic>
        <p:pic>
          <p:nvPicPr>
            <p:cNvPr id="7" name="Picture 6" descr="Demon Deer Poster - Etsy">
              <a:extLst>
                <a:ext uri="{FF2B5EF4-FFF2-40B4-BE49-F238E27FC236}">
                  <a16:creationId xmlns:a16="http://schemas.microsoft.com/office/drawing/2014/main" id="{186F78A7-4107-0BEB-BD08-6CADCB3DF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 flipV="1">
              <a:off x="540980" y="7179574"/>
              <a:ext cx="1466862" cy="1611762"/>
            </a:xfrm>
            <a:prstGeom prst="rect">
              <a:avLst/>
            </a:prstGeom>
          </p:spPr>
        </p:pic>
        <p:pic>
          <p:nvPicPr>
            <p:cNvPr id="8" name="Picture 7" descr="Demon Deer Poster - Etsy">
              <a:extLst>
                <a:ext uri="{FF2B5EF4-FFF2-40B4-BE49-F238E27FC236}">
                  <a16:creationId xmlns:a16="http://schemas.microsoft.com/office/drawing/2014/main" id="{0A3FB042-F20A-FC37-1ED8-7D8A52F8C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 flipV="1">
              <a:off x="2086220" y="7179574"/>
              <a:ext cx="1466862" cy="1611762"/>
            </a:xfrm>
            <a:prstGeom prst="rect">
              <a:avLst/>
            </a:prstGeom>
          </p:spPr>
        </p:pic>
        <p:pic>
          <p:nvPicPr>
            <p:cNvPr id="10" name="Picture 9" descr="Demon Deer Poster - Etsy">
              <a:extLst>
                <a:ext uri="{FF2B5EF4-FFF2-40B4-BE49-F238E27FC236}">
                  <a16:creationId xmlns:a16="http://schemas.microsoft.com/office/drawing/2014/main" id="{3FC541B7-F25F-004B-740A-A0F009484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>
              <a:off x="540980" y="8791336"/>
              <a:ext cx="1466862" cy="1611762"/>
            </a:xfrm>
            <a:prstGeom prst="rect">
              <a:avLst/>
            </a:prstGeom>
          </p:spPr>
        </p:pic>
        <p:pic>
          <p:nvPicPr>
            <p:cNvPr id="12" name="Picture 11" descr="Demon Deer Poster - Etsy">
              <a:extLst>
                <a:ext uri="{FF2B5EF4-FFF2-40B4-BE49-F238E27FC236}">
                  <a16:creationId xmlns:a16="http://schemas.microsoft.com/office/drawing/2014/main" id="{61E0D9B5-1699-F1ED-F243-9B45893EB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537" t="30866" r="14554" b="15454"/>
            <a:stretch>
              <a:fillRect/>
            </a:stretch>
          </p:blipFill>
          <p:spPr>
            <a:xfrm>
              <a:off x="2086220" y="8791336"/>
              <a:ext cx="1466862" cy="1611762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28F4F1C-9CFE-3E44-F76D-BCDD4CD40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380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2F7DB5-2B2A-1649-973C-C286A7BC82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3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574C-8C85-7BD9-2789-2C001C41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DE9361C-D681-262F-056B-5A4A67F44E7C}"/>
              </a:ext>
            </a:extLst>
          </p:cNvPr>
          <p:cNvGrpSpPr/>
          <p:nvPr/>
        </p:nvGrpSpPr>
        <p:grpSpPr>
          <a:xfrm>
            <a:off x="619358" y="72570"/>
            <a:ext cx="2941399" cy="3387316"/>
            <a:chOff x="1309161" y="-856827"/>
            <a:chExt cx="2469566" cy="28439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0E189B2-003F-E2A3-1071-84A10F6B0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6" t="10077" r="5263" b="13228"/>
            <a:stretch>
              <a:fillRect/>
            </a:stretch>
          </p:blipFill>
          <p:spPr>
            <a:xfrm>
              <a:off x="1309161" y="565150"/>
              <a:ext cx="2469566" cy="142197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B95B5F8-1D2E-9578-35E0-EF9B3C853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6" t="10077" r="5263" b="13228"/>
            <a:stretch>
              <a:fillRect/>
            </a:stretch>
          </p:blipFill>
          <p:spPr>
            <a:xfrm flipV="1">
              <a:off x="1309161" y="-856827"/>
              <a:ext cx="2469566" cy="1421976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C9815-5EDB-E258-72BC-3BBEFB16F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CE529CD4-D567-8F15-E905-70F42D779F73}"/>
              </a:ext>
            </a:extLst>
          </p:cNvPr>
          <p:cNvGrpSpPr/>
          <p:nvPr/>
        </p:nvGrpSpPr>
        <p:grpSpPr>
          <a:xfrm>
            <a:off x="622924" y="3561487"/>
            <a:ext cx="2937834" cy="3144044"/>
            <a:chOff x="540980" y="3816350"/>
            <a:chExt cx="3012102" cy="3223524"/>
          </a:xfrm>
        </p:grpSpPr>
        <p:pic>
          <p:nvPicPr>
            <p:cNvPr id="33" name="Picture 32" descr="Demon Deer Poster - Etsy">
              <a:extLst>
                <a:ext uri="{FF2B5EF4-FFF2-40B4-BE49-F238E27FC236}">
                  <a16:creationId xmlns:a16="http://schemas.microsoft.com/office/drawing/2014/main" id="{B5B37EC6-3D8B-E944-95A4-4D7877F22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537" t="30866" r="14554" b="15454"/>
            <a:stretch>
              <a:fillRect/>
            </a:stretch>
          </p:blipFill>
          <p:spPr>
            <a:xfrm flipV="1">
              <a:off x="540980" y="3816350"/>
              <a:ext cx="1466862" cy="1611762"/>
            </a:xfrm>
            <a:prstGeom prst="rect">
              <a:avLst/>
            </a:prstGeom>
          </p:spPr>
        </p:pic>
        <p:pic>
          <p:nvPicPr>
            <p:cNvPr id="34" name="Picture 33" descr="Demon Deer Poster - Etsy">
              <a:extLst>
                <a:ext uri="{FF2B5EF4-FFF2-40B4-BE49-F238E27FC236}">
                  <a16:creationId xmlns:a16="http://schemas.microsoft.com/office/drawing/2014/main" id="{8C52DE99-6EDC-D6BF-27B1-CFB87BA26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537" t="30866" r="14554" b="15454"/>
            <a:stretch>
              <a:fillRect/>
            </a:stretch>
          </p:blipFill>
          <p:spPr>
            <a:xfrm flipV="1">
              <a:off x="2086220" y="3816350"/>
              <a:ext cx="1466862" cy="1611762"/>
            </a:xfrm>
            <a:prstGeom prst="rect">
              <a:avLst/>
            </a:prstGeom>
          </p:spPr>
        </p:pic>
        <p:pic>
          <p:nvPicPr>
            <p:cNvPr id="35" name="Picture 34" descr="Demon Deer Poster - Etsy">
              <a:extLst>
                <a:ext uri="{FF2B5EF4-FFF2-40B4-BE49-F238E27FC236}">
                  <a16:creationId xmlns:a16="http://schemas.microsoft.com/office/drawing/2014/main" id="{9313D3E6-2586-041F-067D-7AA888618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537" t="30866" r="14554" b="15454"/>
            <a:stretch>
              <a:fillRect/>
            </a:stretch>
          </p:blipFill>
          <p:spPr>
            <a:xfrm>
              <a:off x="540980" y="5428112"/>
              <a:ext cx="1466862" cy="1611762"/>
            </a:xfrm>
            <a:prstGeom prst="rect">
              <a:avLst/>
            </a:prstGeom>
          </p:spPr>
        </p:pic>
        <p:pic>
          <p:nvPicPr>
            <p:cNvPr id="36" name="Picture 35" descr="Demon Deer Poster - Etsy">
              <a:extLst>
                <a:ext uri="{FF2B5EF4-FFF2-40B4-BE49-F238E27FC236}">
                  <a16:creationId xmlns:a16="http://schemas.microsoft.com/office/drawing/2014/main" id="{0C7E3109-A271-8027-57EF-D22C01ED6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537" t="30866" r="14554" b="15454"/>
            <a:stretch>
              <a:fillRect/>
            </a:stretch>
          </p:blipFill>
          <p:spPr>
            <a:xfrm>
              <a:off x="2086220" y="5428112"/>
              <a:ext cx="1466862" cy="1611762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E1F054-43BA-FD40-9178-39C9F9EDD750}"/>
              </a:ext>
            </a:extLst>
          </p:cNvPr>
          <p:cNvGrpSpPr/>
          <p:nvPr/>
        </p:nvGrpSpPr>
        <p:grpSpPr>
          <a:xfrm>
            <a:off x="462072" y="7098250"/>
            <a:ext cx="3255969" cy="2142098"/>
            <a:chOff x="471076" y="7221122"/>
            <a:chExt cx="3255969" cy="2142098"/>
          </a:xfrm>
        </p:grpSpPr>
        <p:pic>
          <p:nvPicPr>
            <p:cNvPr id="21" name="Picture 20" descr="Cambion | Officialbestiary Wiki | Fandom">
              <a:extLst>
                <a:ext uri="{FF2B5EF4-FFF2-40B4-BE49-F238E27FC236}">
                  <a16:creationId xmlns:a16="http://schemas.microsoft.com/office/drawing/2014/main" id="{7C9F6126-96A3-CBCA-613C-3891360F1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 t="25505" b="4534"/>
            <a:stretch>
              <a:fillRect/>
            </a:stretch>
          </p:blipFill>
          <p:spPr>
            <a:xfrm>
              <a:off x="2053618" y="7221122"/>
              <a:ext cx="1673427" cy="2142098"/>
            </a:xfrm>
            <a:prstGeom prst="rect">
              <a:avLst/>
            </a:prstGeom>
          </p:spPr>
        </p:pic>
        <p:pic>
          <p:nvPicPr>
            <p:cNvPr id="42" name="Picture 41" descr="Cambion | Officialbestiary Wiki | Fandom">
              <a:extLst>
                <a:ext uri="{FF2B5EF4-FFF2-40B4-BE49-F238E27FC236}">
                  <a16:creationId xmlns:a16="http://schemas.microsoft.com/office/drawing/2014/main" id="{F83BB940-DF58-39A8-C337-B44D0E65A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 t="25505" b="4534"/>
            <a:stretch>
              <a:fillRect/>
            </a:stretch>
          </p:blipFill>
          <p:spPr>
            <a:xfrm flipH="1">
              <a:off x="471076" y="7221122"/>
              <a:ext cx="1673427" cy="2142098"/>
            </a:xfrm>
            <a:prstGeom prst="rect">
              <a:avLst/>
            </a:prstGeom>
          </p:spPr>
        </p:pic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DE45D13C-AB61-F9E7-D154-F61135CCCD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3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6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10330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2026-08-24T21:13:29Z</dcterms:modified>
</cp:coreProperties>
</file>