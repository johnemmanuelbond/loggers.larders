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68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ame&#10;&#10;Description automatically generated">
            <a:extLst>
              <a:ext uri="{FF2B5EF4-FFF2-40B4-BE49-F238E27FC236}">
                <a16:creationId xmlns:a16="http://schemas.microsoft.com/office/drawing/2014/main" id="{38F318F8-B1F3-B32C-BCEC-6DEFD0E15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92286" cy="5029200"/>
          </a:xfrm>
          <a:prstGeom prst="rect">
            <a:avLst/>
          </a:prstGeom>
        </p:spPr>
      </p:pic>
      <p:pic>
        <p:nvPicPr>
          <p:cNvPr id="9" name="Picture 8" descr="A screenshot of a video game&#10;&#10;Description automatically generated">
            <a:extLst>
              <a:ext uri="{FF2B5EF4-FFF2-40B4-BE49-F238E27FC236}">
                <a16:creationId xmlns:a16="http://schemas.microsoft.com/office/drawing/2014/main" id="{1B13CCFC-9721-6498-3B33-6E489B06A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29200"/>
            <a:ext cx="3592286" cy="5029200"/>
          </a:xfrm>
          <a:prstGeom prst="rect">
            <a:avLst/>
          </a:prstGeom>
        </p:spPr>
      </p:pic>
      <p:pic>
        <p:nvPicPr>
          <p:cNvPr id="11" name="Picture 10" descr="A screenshot of a card&#10;&#10;Description automatically generated">
            <a:extLst>
              <a:ext uri="{FF2B5EF4-FFF2-40B4-BE49-F238E27FC236}">
                <a16:creationId xmlns:a16="http://schemas.microsoft.com/office/drawing/2014/main" id="{5CAFB85F-D4B1-3CE8-BEF4-29836DAE4F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114" y="0"/>
            <a:ext cx="3592286" cy="5029200"/>
          </a:xfrm>
          <a:prstGeom prst="rect">
            <a:avLst/>
          </a:prstGeom>
        </p:spPr>
      </p:pic>
      <p:pic>
        <p:nvPicPr>
          <p:cNvPr id="15" name="Picture 14" descr="A close-up of a glass lamp&#10;&#10;Description automatically generated">
            <a:extLst>
              <a:ext uri="{FF2B5EF4-FFF2-40B4-BE49-F238E27FC236}">
                <a16:creationId xmlns:a16="http://schemas.microsoft.com/office/drawing/2014/main" id="{90B4C9F7-3BFC-6FD8-F6D4-5B4CDE746E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114" y="5029200"/>
            <a:ext cx="359228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66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Beachside Horror: Pelican by Stalc163 on Newgrounds">
            <a:extLst>
              <a:ext uri="{FF2B5EF4-FFF2-40B4-BE49-F238E27FC236}">
                <a16:creationId xmlns:a16="http://schemas.microsoft.com/office/drawing/2014/main" id="{81834B60-C9C8-CC1E-4D04-CA93FA3CD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167874" y="5029200"/>
            <a:ext cx="3604526" cy="360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achside Horror: Pelican by Stalc163 on Newgrounds">
            <a:extLst>
              <a:ext uri="{FF2B5EF4-FFF2-40B4-BE49-F238E27FC236}">
                <a16:creationId xmlns:a16="http://schemas.microsoft.com/office/drawing/2014/main" id="{AD2801C2-8D8E-F009-6757-E24AEF063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4167874" y="1424674"/>
            <a:ext cx="3604526" cy="360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screenshot of a card&#10;&#10;Description automatically generated">
            <a:extLst>
              <a:ext uri="{FF2B5EF4-FFF2-40B4-BE49-F238E27FC236}">
                <a16:creationId xmlns:a16="http://schemas.microsoft.com/office/drawing/2014/main" id="{E520963E-611A-7805-4D5F-63394EB09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92286" cy="5029200"/>
          </a:xfrm>
          <a:prstGeom prst="rect">
            <a:avLst/>
          </a:prstGeom>
        </p:spPr>
      </p:pic>
      <p:pic>
        <p:nvPicPr>
          <p:cNvPr id="13" name="Picture 12" descr="A close-up of a card&#10;&#10;Description automatically generated">
            <a:extLst>
              <a:ext uri="{FF2B5EF4-FFF2-40B4-BE49-F238E27FC236}">
                <a16:creationId xmlns:a16="http://schemas.microsoft.com/office/drawing/2014/main" id="{945A139F-BA5A-DE09-4D94-0D8D3C653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29200"/>
            <a:ext cx="359228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5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FD3094-B6E3-8CBF-5ABE-6DD2D3562BAA}"/>
              </a:ext>
            </a:extLst>
          </p:cNvPr>
          <p:cNvGrpSpPr/>
          <p:nvPr/>
        </p:nvGrpSpPr>
        <p:grpSpPr>
          <a:xfrm rot="11896390">
            <a:off x="435986" y="-9900"/>
            <a:ext cx="3756521" cy="4527094"/>
            <a:chOff x="4507733" y="3261915"/>
            <a:chExt cx="3200401" cy="3856897"/>
          </a:xfrm>
        </p:grpSpPr>
        <p:pic>
          <p:nvPicPr>
            <p:cNvPr id="3" name="Picture 2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9AC13FC6-CDA6-734E-103B-9BFD6E48A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-1080000" flipH="1">
              <a:off x="4507733" y="5294665"/>
              <a:ext cx="3200399" cy="1824147"/>
            </a:xfrm>
            <a:prstGeom prst="rect">
              <a:avLst/>
            </a:prstGeom>
          </p:spPr>
        </p:pic>
        <p:pic>
          <p:nvPicPr>
            <p:cNvPr id="4" name="Picture 3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18651A25-C8AE-E598-750B-D1765B99C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" flipH="1" flipV="1">
              <a:off x="4507736" y="3261915"/>
              <a:ext cx="3200398" cy="182414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6CAF53F-AA0E-32DD-C1A3-4C2FD4EE2925}"/>
              </a:ext>
            </a:extLst>
          </p:cNvPr>
          <p:cNvGrpSpPr/>
          <p:nvPr/>
        </p:nvGrpSpPr>
        <p:grpSpPr>
          <a:xfrm rot="10800000" flipH="1">
            <a:off x="3885900" y="2769847"/>
            <a:ext cx="3758184" cy="4527094"/>
            <a:chOff x="4507733" y="3261915"/>
            <a:chExt cx="3200401" cy="3856897"/>
          </a:xfrm>
        </p:grpSpPr>
        <p:pic>
          <p:nvPicPr>
            <p:cNvPr id="9" name="Picture 8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9954D222-6B72-061D-5A1C-D1C39C4D8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-1080000" flipH="1">
              <a:off x="4507733" y="5294665"/>
              <a:ext cx="3200399" cy="1824147"/>
            </a:xfrm>
            <a:prstGeom prst="rect">
              <a:avLst/>
            </a:prstGeom>
          </p:spPr>
        </p:pic>
        <p:pic>
          <p:nvPicPr>
            <p:cNvPr id="10" name="Picture 9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4672E3C0-4A9B-EA4C-1FF2-887E47D80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" flipH="1" flipV="1">
              <a:off x="4507736" y="3261915"/>
              <a:ext cx="3200398" cy="1824147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226151-E16B-A864-C32D-800767E9AE70}"/>
              </a:ext>
            </a:extLst>
          </p:cNvPr>
          <p:cNvGrpSpPr/>
          <p:nvPr/>
        </p:nvGrpSpPr>
        <p:grpSpPr>
          <a:xfrm rot="14773124">
            <a:off x="3065386" y="270817"/>
            <a:ext cx="3756521" cy="4527094"/>
            <a:chOff x="4507733" y="3261915"/>
            <a:chExt cx="3200401" cy="3856897"/>
          </a:xfrm>
        </p:grpSpPr>
        <p:pic>
          <p:nvPicPr>
            <p:cNvPr id="12" name="Picture 11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C5F81E77-7408-362D-520B-D58DB5742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-1080000" flipH="1">
              <a:off x="4507733" y="5294665"/>
              <a:ext cx="3200399" cy="1824147"/>
            </a:xfrm>
            <a:prstGeom prst="rect">
              <a:avLst/>
            </a:prstGeom>
          </p:spPr>
        </p:pic>
        <p:pic>
          <p:nvPicPr>
            <p:cNvPr id="13" name="Picture 12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6E596A64-FC6E-D3C3-A1B5-A26B77A87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" flipH="1" flipV="1">
              <a:off x="4507736" y="3261915"/>
              <a:ext cx="3200398" cy="1824147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F15BCA-EF91-1030-8705-1D551C1D472E}"/>
              </a:ext>
            </a:extLst>
          </p:cNvPr>
          <p:cNvGrpSpPr/>
          <p:nvPr/>
        </p:nvGrpSpPr>
        <p:grpSpPr>
          <a:xfrm rot="7086919">
            <a:off x="2859968" y="5354736"/>
            <a:ext cx="3756521" cy="4527094"/>
            <a:chOff x="4507733" y="3261915"/>
            <a:chExt cx="3200401" cy="3856897"/>
          </a:xfrm>
        </p:grpSpPr>
        <p:pic>
          <p:nvPicPr>
            <p:cNvPr id="15" name="Picture 14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3029F05F-1369-217B-8F1C-DFF8F504A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-1080000" flipH="1">
              <a:off x="4507733" y="5294665"/>
              <a:ext cx="3200399" cy="1824147"/>
            </a:xfrm>
            <a:prstGeom prst="rect">
              <a:avLst/>
            </a:prstGeom>
          </p:spPr>
        </p:pic>
        <p:pic>
          <p:nvPicPr>
            <p:cNvPr id="16" name="Picture 15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100D3B64-D098-CC75-26ED-057D716A4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" flipH="1" flipV="1">
              <a:off x="4507736" y="3261915"/>
              <a:ext cx="3200398" cy="1824147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0433AA-A1E4-662B-E5B1-D06FB2CFF9C6}"/>
              </a:ext>
            </a:extLst>
          </p:cNvPr>
          <p:cNvGrpSpPr/>
          <p:nvPr/>
        </p:nvGrpSpPr>
        <p:grpSpPr>
          <a:xfrm rot="9892618">
            <a:off x="289632" y="5478060"/>
            <a:ext cx="3756521" cy="4527094"/>
            <a:chOff x="4507733" y="3261915"/>
            <a:chExt cx="3200401" cy="3856897"/>
          </a:xfrm>
        </p:grpSpPr>
        <p:pic>
          <p:nvPicPr>
            <p:cNvPr id="18" name="Picture 17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7CCFDA2F-C215-0685-AD4B-84AF1FABE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-1080000" flipH="1">
              <a:off x="4507733" y="5294665"/>
              <a:ext cx="3200399" cy="1824147"/>
            </a:xfrm>
            <a:prstGeom prst="rect">
              <a:avLst/>
            </a:prstGeom>
          </p:spPr>
        </p:pic>
        <p:pic>
          <p:nvPicPr>
            <p:cNvPr id="19" name="Picture 18" descr="A cartoon lizard with a black background&#10;&#10;Description automatically generated">
              <a:extLst>
                <a:ext uri="{FF2B5EF4-FFF2-40B4-BE49-F238E27FC236}">
                  <a16:creationId xmlns:a16="http://schemas.microsoft.com/office/drawing/2014/main" id="{A2803973-C562-ADD6-47C0-7F30C393D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" flipH="1" flipV="1">
              <a:off x="4507736" y="3261915"/>
              <a:ext cx="3200398" cy="18241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3706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7</cp:revision>
  <cp:lastPrinted>2023-10-03T17:56:29Z</cp:lastPrinted>
  <dcterms:created xsi:type="dcterms:W3CDTF">2023-08-15T22:34:31Z</dcterms:created>
  <dcterms:modified xsi:type="dcterms:W3CDTF">2023-12-05T04:43:40Z</dcterms:modified>
</cp:coreProperties>
</file>