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1" r:id="rId2"/>
    <p:sldId id="264" r:id="rId3"/>
    <p:sldId id="263" r:id="rId4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5D0D6A-262E-434A-A916-76758AD9AEC2}" v="349" dt="2025-05-21T02:59:03.3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53" d="100"/>
          <a:sy n="53" d="100"/>
        </p:scale>
        <p:origin x="191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Bond" userId="d0613b4d9d68792d" providerId="LiveId" clId="{B75D0D6A-262E-434A-A916-76758AD9AEC2}"/>
    <pc:docChg chg="undo custSel addSld delSld modSld">
      <pc:chgData name="Jack Bond" userId="d0613b4d9d68792d" providerId="LiveId" clId="{B75D0D6A-262E-434A-A916-76758AD9AEC2}" dt="2025-05-21T02:59:10.367" v="421" actId="478"/>
      <pc:docMkLst>
        <pc:docMk/>
      </pc:docMkLst>
      <pc:sldChg chg="addSp delSp modSp mod">
        <pc:chgData name="Jack Bond" userId="d0613b4d9d68792d" providerId="LiveId" clId="{B75D0D6A-262E-434A-A916-76758AD9AEC2}" dt="2025-05-21T02:58:40.367" v="410" actId="478"/>
        <pc:sldMkLst>
          <pc:docMk/>
          <pc:sldMk cId="2139844792" sldId="261"/>
        </pc:sldMkLst>
        <pc:picChg chg="add del">
          <ac:chgData name="Jack Bond" userId="d0613b4d9d68792d" providerId="LiveId" clId="{B75D0D6A-262E-434A-A916-76758AD9AEC2}" dt="2025-05-20T03:45:02.348" v="21" actId="478"/>
          <ac:picMkLst>
            <pc:docMk/>
            <pc:sldMk cId="2139844792" sldId="261"/>
            <ac:picMk id="3" creationId="{A5EE7E7B-D8BD-DBE0-4859-A2FDB9985FB6}"/>
          </ac:picMkLst>
        </pc:picChg>
        <pc:picChg chg="add del mod">
          <ac:chgData name="Jack Bond" userId="d0613b4d9d68792d" providerId="LiveId" clId="{B75D0D6A-262E-434A-A916-76758AD9AEC2}" dt="2025-05-21T02:26:03.380" v="380" actId="478"/>
          <ac:picMkLst>
            <pc:docMk/>
            <pc:sldMk cId="2139844792" sldId="261"/>
            <ac:picMk id="3" creationId="{B1A0B7FB-2B13-2B9B-5F99-E01345E199EC}"/>
          </ac:picMkLst>
        </pc:picChg>
        <pc:picChg chg="add mod">
          <ac:chgData name="Jack Bond" userId="d0613b4d9d68792d" providerId="LiveId" clId="{B75D0D6A-262E-434A-A916-76758AD9AEC2}" dt="2025-05-20T03:44:55.634" v="17"/>
          <ac:picMkLst>
            <pc:docMk/>
            <pc:sldMk cId="2139844792" sldId="261"/>
            <ac:picMk id="4" creationId="{733337AE-76C6-B383-C9AA-FD0086A109CD}"/>
          </ac:picMkLst>
        </pc:picChg>
        <pc:picChg chg="add del mod ord modCrop">
          <ac:chgData name="Jack Bond" userId="d0613b4d9d68792d" providerId="LiveId" clId="{B75D0D6A-262E-434A-A916-76758AD9AEC2}" dt="2025-05-21T02:58:40.367" v="410" actId="478"/>
          <ac:picMkLst>
            <pc:docMk/>
            <pc:sldMk cId="2139844792" sldId="261"/>
            <ac:picMk id="5" creationId="{0E831572-A81E-96C7-82C2-FF5F64015283}"/>
          </ac:picMkLst>
        </pc:picChg>
        <pc:picChg chg="add del">
          <ac:chgData name="Jack Bond" userId="d0613b4d9d68792d" providerId="LiveId" clId="{B75D0D6A-262E-434A-A916-76758AD9AEC2}" dt="2025-05-20T03:45:02.348" v="21" actId="478"/>
          <ac:picMkLst>
            <pc:docMk/>
            <pc:sldMk cId="2139844792" sldId="261"/>
            <ac:picMk id="5" creationId="{67E82C16-C511-9F4A-5797-F78C59038F28}"/>
          </ac:picMkLst>
        </pc:picChg>
        <pc:picChg chg="add del mod">
          <ac:chgData name="Jack Bond" userId="d0613b4d9d68792d" providerId="LiveId" clId="{B75D0D6A-262E-434A-A916-76758AD9AEC2}" dt="2025-05-21T02:26:58.522" v="393" actId="21"/>
          <ac:picMkLst>
            <pc:docMk/>
            <pc:sldMk cId="2139844792" sldId="261"/>
            <ac:picMk id="7" creationId="{3110040B-D3BA-29F0-9CA7-6388333705E3}"/>
          </ac:picMkLst>
        </pc:picChg>
        <pc:picChg chg="add del mod">
          <ac:chgData name="Jack Bond" userId="d0613b4d9d68792d" providerId="LiveId" clId="{B75D0D6A-262E-434A-A916-76758AD9AEC2}" dt="2025-05-20T03:56:26.942" v="43" actId="478"/>
          <ac:picMkLst>
            <pc:docMk/>
            <pc:sldMk cId="2139844792" sldId="261"/>
            <ac:picMk id="7" creationId="{E4032803-D3A3-7D13-B0C0-98683EE4FC9F}"/>
          </ac:picMkLst>
        </pc:picChg>
        <pc:picChg chg="add del mod">
          <ac:chgData name="Jack Bond" userId="d0613b4d9d68792d" providerId="LiveId" clId="{B75D0D6A-262E-434A-A916-76758AD9AEC2}" dt="2025-05-21T02:27:03.055" v="396" actId="21"/>
          <ac:picMkLst>
            <pc:docMk/>
            <pc:sldMk cId="2139844792" sldId="261"/>
            <ac:picMk id="8" creationId="{3110040B-D3BA-29F0-9CA7-6388333705E3}"/>
          </ac:picMkLst>
        </pc:picChg>
        <pc:picChg chg="add del">
          <ac:chgData name="Jack Bond" userId="d0613b4d9d68792d" providerId="LiveId" clId="{B75D0D6A-262E-434A-A916-76758AD9AEC2}" dt="2025-05-20T03:45:02.348" v="21" actId="478"/>
          <ac:picMkLst>
            <pc:docMk/>
            <pc:sldMk cId="2139844792" sldId="261"/>
            <ac:picMk id="8" creationId="{B727430F-2D19-B6D7-FAE0-48D1C32609B0}"/>
          </ac:picMkLst>
        </pc:picChg>
        <pc:picChg chg="add del mod">
          <ac:chgData name="Jack Bond" userId="d0613b4d9d68792d" providerId="LiveId" clId="{B75D0D6A-262E-434A-A916-76758AD9AEC2}" dt="2025-05-21T02:07:50.442" v="363" actId="478"/>
          <ac:picMkLst>
            <pc:docMk/>
            <pc:sldMk cId="2139844792" sldId="261"/>
            <ac:picMk id="10" creationId="{1FB04CCE-CED8-8E9C-5D72-9E2E52E192F8}"/>
          </ac:picMkLst>
        </pc:picChg>
        <pc:picChg chg="add mod ord">
          <ac:chgData name="Jack Bond" userId="d0613b4d9d68792d" providerId="LiveId" clId="{B75D0D6A-262E-434A-A916-76758AD9AEC2}" dt="2025-05-21T02:58:37.746" v="409" actId="167"/>
          <ac:picMkLst>
            <pc:docMk/>
            <pc:sldMk cId="2139844792" sldId="261"/>
            <ac:picMk id="11" creationId="{EA84B240-53EB-AE36-CC5B-E210F831D2A0}"/>
          </ac:picMkLst>
        </pc:picChg>
      </pc:sldChg>
      <pc:sldChg chg="add del">
        <pc:chgData name="Jack Bond" userId="d0613b4d9d68792d" providerId="LiveId" clId="{B75D0D6A-262E-434A-A916-76758AD9AEC2}" dt="2025-05-20T04:00:15.367" v="61" actId="47"/>
        <pc:sldMkLst>
          <pc:docMk/>
          <pc:sldMk cId="100459200" sldId="262"/>
        </pc:sldMkLst>
      </pc:sldChg>
      <pc:sldChg chg="addSp modSp new del">
        <pc:chgData name="Jack Bond" userId="d0613b4d9d68792d" providerId="LiveId" clId="{B75D0D6A-262E-434A-A916-76758AD9AEC2}" dt="2025-05-20T04:03:06.157" v="83" actId="680"/>
        <pc:sldMkLst>
          <pc:docMk/>
          <pc:sldMk cId="2178576567" sldId="262"/>
        </pc:sldMkLst>
        <pc:picChg chg="add mod">
          <ac:chgData name="Jack Bond" userId="d0613b4d9d68792d" providerId="LiveId" clId="{B75D0D6A-262E-434A-A916-76758AD9AEC2}" dt="2025-05-20T04:03:05.141" v="82" actId="14100"/>
          <ac:picMkLst>
            <pc:docMk/>
            <pc:sldMk cId="2178576567" sldId="262"/>
            <ac:picMk id="1026" creationId="{65EA50F3-10E3-1D37-38D2-9E90860050C9}"/>
          </ac:picMkLst>
        </pc:picChg>
      </pc:sldChg>
      <pc:sldChg chg="addSp delSp modSp add del mod">
        <pc:chgData name="Jack Bond" userId="d0613b4d9d68792d" providerId="LiveId" clId="{B75D0D6A-262E-434A-A916-76758AD9AEC2}" dt="2025-05-20T04:18:48.003" v="353" actId="1038"/>
        <pc:sldMkLst>
          <pc:docMk/>
          <pc:sldMk cId="3999261004" sldId="263"/>
        </pc:sldMkLst>
        <pc:grpChg chg="add del">
          <ac:chgData name="Jack Bond" userId="d0613b4d9d68792d" providerId="LiveId" clId="{B75D0D6A-262E-434A-A916-76758AD9AEC2}" dt="2025-05-20T04:15:37.068" v="230" actId="478"/>
          <ac:grpSpMkLst>
            <pc:docMk/>
            <pc:sldMk cId="3999261004" sldId="263"/>
            <ac:grpSpMk id="5" creationId="{37E4D900-E2ED-A9D9-43A3-DAB8434607FC}"/>
          </ac:grpSpMkLst>
        </pc:grpChg>
        <pc:picChg chg="add mod">
          <ac:chgData name="Jack Bond" userId="d0613b4d9d68792d" providerId="LiveId" clId="{B75D0D6A-262E-434A-A916-76758AD9AEC2}" dt="2025-05-20T04:18:45" v="342" actId="1037"/>
          <ac:picMkLst>
            <pc:docMk/>
            <pc:sldMk cId="3999261004" sldId="263"/>
            <ac:picMk id="2" creationId="{A1EA3B5F-678A-0815-2D6C-C7C4E7458B50}"/>
          </ac:picMkLst>
        </pc:picChg>
        <pc:picChg chg="add mod">
          <ac:chgData name="Jack Bond" userId="d0613b4d9d68792d" providerId="LiveId" clId="{B75D0D6A-262E-434A-A916-76758AD9AEC2}" dt="2025-05-20T04:18:48.003" v="353" actId="1038"/>
          <ac:picMkLst>
            <pc:docMk/>
            <pc:sldMk cId="3999261004" sldId="263"/>
            <ac:picMk id="3" creationId="{91B7E5A3-10C2-EB84-6FC2-73FE8ADE47CE}"/>
          </ac:picMkLst>
        </pc:picChg>
        <pc:picChg chg="add del">
          <ac:chgData name="Jack Bond" userId="d0613b4d9d68792d" providerId="LiveId" clId="{B75D0D6A-262E-434A-A916-76758AD9AEC2}" dt="2025-05-20T04:04:27.534" v="110" actId="478"/>
          <ac:picMkLst>
            <pc:docMk/>
            <pc:sldMk cId="3999261004" sldId="263"/>
            <ac:picMk id="7" creationId="{1893F581-5455-F336-C68D-463AE9A0BEAC}"/>
          </ac:picMkLst>
        </pc:picChg>
        <pc:picChg chg="add del">
          <ac:chgData name="Jack Bond" userId="d0613b4d9d68792d" providerId="LiveId" clId="{B75D0D6A-262E-434A-A916-76758AD9AEC2}" dt="2025-05-20T04:04:27.534" v="110" actId="478"/>
          <ac:picMkLst>
            <pc:docMk/>
            <pc:sldMk cId="3999261004" sldId="263"/>
            <ac:picMk id="8" creationId="{AC1D01A2-5ED2-5693-6290-746B405108E0}"/>
          </ac:picMkLst>
        </pc:picChg>
        <pc:picChg chg="del">
          <ac:chgData name="Jack Bond" userId="d0613b4d9d68792d" providerId="LiveId" clId="{B75D0D6A-262E-434A-A916-76758AD9AEC2}" dt="2025-05-20T04:03:12.727" v="87" actId="478"/>
          <ac:picMkLst>
            <pc:docMk/>
            <pc:sldMk cId="3999261004" sldId="263"/>
            <ac:picMk id="13" creationId="{E978249E-C9E0-1D3F-B6AA-221C95B8F052}"/>
          </ac:picMkLst>
        </pc:picChg>
        <pc:picChg chg="del">
          <ac:chgData name="Jack Bond" userId="d0613b4d9d68792d" providerId="LiveId" clId="{B75D0D6A-262E-434A-A916-76758AD9AEC2}" dt="2025-05-20T04:03:12.727" v="87" actId="478"/>
          <ac:picMkLst>
            <pc:docMk/>
            <pc:sldMk cId="3999261004" sldId="263"/>
            <ac:picMk id="18" creationId="{9BCB1689-DC92-B176-C20D-FDF7208291EC}"/>
          </ac:picMkLst>
        </pc:picChg>
        <pc:picChg chg="add mod">
          <ac:chgData name="Jack Bond" userId="d0613b4d9d68792d" providerId="LiveId" clId="{B75D0D6A-262E-434A-A916-76758AD9AEC2}" dt="2025-05-20T04:18:45" v="342" actId="1037"/>
          <ac:picMkLst>
            <pc:docMk/>
            <pc:sldMk cId="3999261004" sldId="263"/>
            <ac:picMk id="2050" creationId="{E781BF60-6F67-C211-2496-DF7B67B3FEC3}"/>
          </ac:picMkLst>
        </pc:picChg>
        <pc:picChg chg="add del mod">
          <ac:chgData name="Jack Bond" userId="d0613b4d9d68792d" providerId="LiveId" clId="{B75D0D6A-262E-434A-A916-76758AD9AEC2}" dt="2025-05-20T04:14:38.926" v="218" actId="478"/>
          <ac:picMkLst>
            <pc:docMk/>
            <pc:sldMk cId="3999261004" sldId="263"/>
            <ac:picMk id="2052" creationId="{FC500575-A8F7-3D54-646A-4FB3F3F5C680}"/>
          </ac:picMkLst>
        </pc:picChg>
        <pc:picChg chg="add mod">
          <ac:chgData name="Jack Bond" userId="d0613b4d9d68792d" providerId="LiveId" clId="{B75D0D6A-262E-434A-A916-76758AD9AEC2}" dt="2025-05-20T04:18:48.003" v="353" actId="1038"/>
          <ac:picMkLst>
            <pc:docMk/>
            <pc:sldMk cId="3999261004" sldId="263"/>
            <ac:picMk id="2054" creationId="{EF01FBB1-BD91-9179-71E5-97C4929154F2}"/>
          </ac:picMkLst>
        </pc:picChg>
      </pc:sldChg>
      <pc:sldChg chg="addSp delSp modSp new mod">
        <pc:chgData name="Jack Bond" userId="d0613b4d9d68792d" providerId="LiveId" clId="{B75D0D6A-262E-434A-A916-76758AD9AEC2}" dt="2025-05-21T02:59:10.367" v="421" actId="478"/>
        <pc:sldMkLst>
          <pc:docMk/>
          <pc:sldMk cId="1757367688" sldId="264"/>
        </pc:sldMkLst>
        <pc:picChg chg="add mod ord">
          <ac:chgData name="Jack Bond" userId="d0613b4d9d68792d" providerId="LiveId" clId="{B75D0D6A-262E-434A-A916-76758AD9AEC2}" dt="2025-05-21T02:59:07.963" v="420" actId="167"/>
          <ac:picMkLst>
            <pc:docMk/>
            <pc:sldMk cId="1757367688" sldId="264"/>
            <ac:picMk id="3" creationId="{35A50BA0-73F2-4459-1798-55DFD2139D6D}"/>
          </ac:picMkLst>
        </pc:picChg>
        <pc:picChg chg="add del mod">
          <ac:chgData name="Jack Bond" userId="d0613b4d9d68792d" providerId="LiveId" clId="{B75D0D6A-262E-434A-A916-76758AD9AEC2}" dt="2025-05-21T02:59:10.367" v="421" actId="478"/>
          <ac:picMkLst>
            <pc:docMk/>
            <pc:sldMk cId="1757367688" sldId="264"/>
            <ac:picMk id="8" creationId="{3110040B-D3BA-29F0-9CA7-6388333705E3}"/>
          </ac:picMkLst>
        </pc:picChg>
      </pc:sldChg>
      <pc:sldChg chg="add del">
        <pc:chgData name="Jack Bond" userId="d0613b4d9d68792d" providerId="LiveId" clId="{B75D0D6A-262E-434A-A916-76758AD9AEC2}" dt="2025-05-20T04:03:09.488" v="86" actId="47"/>
        <pc:sldMkLst>
          <pc:docMk/>
          <pc:sldMk cId="2677361860" sldId="264"/>
        </pc:sldMkLst>
      </pc:sldChg>
      <pc:sldChg chg="addSp delSp modSp new del mod">
        <pc:chgData name="Jack Bond" userId="d0613b4d9d68792d" providerId="LiveId" clId="{B75D0D6A-262E-434A-A916-76758AD9AEC2}" dt="2025-05-20T03:56:09.106" v="37" actId="47"/>
        <pc:sldMkLst>
          <pc:docMk/>
          <pc:sldMk cId="2927250577" sldId="265"/>
        </pc:sldMkLst>
        <pc:spChg chg="add del mod">
          <ac:chgData name="Jack Bond" userId="d0613b4d9d68792d" providerId="LiveId" clId="{B75D0D6A-262E-434A-A916-76758AD9AEC2}" dt="2025-05-20T03:54:50.565" v="36" actId="478"/>
          <ac:spMkLst>
            <pc:docMk/>
            <pc:sldMk cId="2927250577" sldId="265"/>
            <ac:spMk id="2" creationId="{59AC2FFB-91CE-E3A9-82B4-C6692736DC1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92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87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7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2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0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9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84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24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BEB1E-4C7A-4CCA-99B1-324C18C730E6}" type="datetimeFigureOut">
              <a:rPr lang="en-US" smtClean="0"/>
              <a:t>5/20/2025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game&#10;&#10;AI-generated content may be incorrect.">
            <a:extLst>
              <a:ext uri="{FF2B5EF4-FFF2-40B4-BE49-F238E27FC236}">
                <a16:creationId xmlns:a16="http://schemas.microsoft.com/office/drawing/2014/main" id="{EA84B240-53EB-AE36-CC5B-E210F831D2A0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966" y="215996"/>
            <a:ext cx="7382465" cy="455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844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age of a paper with text&#10;&#10;AI-generated content may be incorrect.">
            <a:extLst>
              <a:ext uri="{FF2B5EF4-FFF2-40B4-BE49-F238E27FC236}">
                <a16:creationId xmlns:a16="http://schemas.microsoft.com/office/drawing/2014/main" id="{35A50BA0-73F2-4459-1798-55DFD2139D6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967" y="215995"/>
            <a:ext cx="7382465" cy="789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367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owering Warrior with Masked Gaze">
            <a:extLst>
              <a:ext uri="{FF2B5EF4-FFF2-40B4-BE49-F238E27FC236}">
                <a16:creationId xmlns:a16="http://schemas.microsoft.com/office/drawing/2014/main" id="{E781BF60-6F67-C211-2496-DF7B67B3F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250" b="96810" l="6836" r="89844">
                        <a14:foregroundMark x1="6836" y1="15430" x2="6836" y2="15430"/>
                        <a14:foregroundMark x1="7617" y1="6315" x2="7617" y2="6315"/>
                        <a14:foregroundMark x1="38086" y1="57617" x2="38086" y2="57617"/>
                        <a14:foregroundMark x1="35742" y1="93490" x2="35742" y2="93490"/>
                        <a14:foregroundMark x1="73047" y1="96810" x2="73047" y2="968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0000">
            <a:off x="5348389" y="2750495"/>
            <a:ext cx="1641471" cy="2462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owering Warrior with Masked Gaze">
            <a:extLst>
              <a:ext uri="{FF2B5EF4-FFF2-40B4-BE49-F238E27FC236}">
                <a16:creationId xmlns:a16="http://schemas.microsoft.com/office/drawing/2014/main" id="{A1EA3B5F-678A-0815-2D6C-C7C4E7458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250" b="96810" l="6836" r="89844">
                        <a14:foregroundMark x1="6836" y1="15430" x2="6836" y2="15430"/>
                        <a14:foregroundMark x1="7617" y1="6315" x2="7617" y2="6315"/>
                        <a14:foregroundMark x1="38086" y1="57617" x2="38086" y2="57617"/>
                        <a14:foregroundMark x1="35742" y1="93490" x2="35742" y2="93490"/>
                        <a14:foregroundMark x1="73047" y1="96810" x2="73047" y2="968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940000" flipH="1">
            <a:off x="4227275" y="2750822"/>
            <a:ext cx="1638041" cy="2462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Quetzalcoatl (“KWET-zal-co-OT-al”). “Feathered Serpent;” one of the most  important Mesoamerican deities, in … | Serpent à plume, Art créatures  mythiques, Chamanisme">
            <a:extLst>
              <a:ext uri="{FF2B5EF4-FFF2-40B4-BE49-F238E27FC236}">
                <a16:creationId xmlns:a16="http://schemas.microsoft.com/office/drawing/2014/main" id="{EF01FBB1-BD91-9179-71E5-97C492915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220000">
            <a:off x="730509" y="894627"/>
            <a:ext cx="3788208" cy="3788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Quetzalcoatl (“KWET-zal-co-OT-al”). “Feathered Serpent;” one of the most  important Mesoamerican deities, in … | Serpent à plume, Art créatures  mythiques, Chamanisme">
            <a:extLst>
              <a:ext uri="{FF2B5EF4-FFF2-40B4-BE49-F238E27FC236}">
                <a16:creationId xmlns:a16="http://schemas.microsoft.com/office/drawing/2014/main" id="{91B7E5A3-10C2-EB84-6FC2-73FE8ADE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-420000" flipH="1">
            <a:off x="730508" y="3749853"/>
            <a:ext cx="3788209" cy="3788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9261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1286</TotalTime>
  <Words>0</Words>
  <Application>Microsoft Office PowerPoint</Application>
  <PresentationFormat>Custom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Bond</dc:creator>
  <cp:lastModifiedBy>Jack Bond</cp:lastModifiedBy>
  <cp:revision>12</cp:revision>
  <cp:lastPrinted>2025-05-20T22:48:06Z</cp:lastPrinted>
  <dcterms:created xsi:type="dcterms:W3CDTF">2023-08-15T22:34:31Z</dcterms:created>
  <dcterms:modified xsi:type="dcterms:W3CDTF">2025-05-21T02:59:10Z</dcterms:modified>
</cp:coreProperties>
</file>