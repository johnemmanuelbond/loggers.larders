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4" r:id="rId3"/>
    <p:sldId id="265" r:id="rId4"/>
    <p:sldId id="263" r:id="rId5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5D0D6A-262E-434A-A916-76758AD9AEC2}" v="549" dt="2025-05-21T20:26:27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  <pc:picChg chg="add del">
          <ac:chgData name="Jack Bond" userId="d0613b4d9d68792d" providerId="LiveId" clId="{B75D0D6A-262E-434A-A916-76758AD9AEC2}" dt="2025-05-20T03:45:02.348" v="21" actId="478"/>
          <ac:picMkLst>
            <pc:docMk/>
            <pc:sldMk cId="2139844792" sldId="261"/>
            <ac:picMk id="3" creationId="{A5EE7E7B-D8BD-DBE0-4859-A2FDB9985FB6}"/>
          </ac:picMkLst>
        </pc:picChg>
        <pc:picChg chg="add del mod">
          <ac:chgData name="Jack Bond" userId="d0613b4d9d68792d" providerId="LiveId" clId="{B75D0D6A-262E-434A-A916-76758AD9AEC2}" dt="2025-05-21T02:26:03.380" v="380" actId="478"/>
          <ac:picMkLst>
            <pc:docMk/>
            <pc:sldMk cId="2139844792" sldId="261"/>
            <ac:picMk id="3" creationId="{B1A0B7FB-2B13-2B9B-5F99-E01345E199EC}"/>
          </ac:picMkLst>
        </pc:picChg>
        <pc:picChg chg="add mod">
          <ac:chgData name="Jack Bond" userId="d0613b4d9d68792d" providerId="LiveId" clId="{B75D0D6A-262E-434A-A916-76758AD9AEC2}" dt="2025-05-20T03:44:55.634" v="17"/>
          <ac:picMkLst>
            <pc:docMk/>
            <pc:sldMk cId="2139844792" sldId="261"/>
            <ac:picMk id="4" creationId="{733337AE-76C6-B383-C9AA-FD0086A109CD}"/>
          </ac:picMkLst>
        </pc:picChg>
        <pc:picChg chg="add del mod ord modCrop">
          <ac:chgData name="Jack Bond" userId="d0613b4d9d68792d" providerId="LiveId" clId="{B75D0D6A-262E-434A-A916-76758AD9AEC2}" dt="2025-05-21T02:58:40.367" v="410" actId="478"/>
          <ac:picMkLst>
            <pc:docMk/>
            <pc:sldMk cId="2139844792" sldId="261"/>
            <ac:picMk id="5" creationId="{0E831572-A81E-96C7-82C2-FF5F64015283}"/>
          </ac:picMkLst>
        </pc:picChg>
        <pc:picChg chg="add del">
          <ac:chgData name="Jack Bond" userId="d0613b4d9d68792d" providerId="LiveId" clId="{B75D0D6A-262E-434A-A916-76758AD9AEC2}" dt="2025-05-20T03:45:02.348" v="21" actId="478"/>
          <ac:picMkLst>
            <pc:docMk/>
            <pc:sldMk cId="2139844792" sldId="261"/>
            <ac:picMk id="5" creationId="{67E82C16-C511-9F4A-5797-F78C59038F28}"/>
          </ac:picMkLst>
        </pc:picChg>
        <pc:picChg chg="add del mod">
          <ac:chgData name="Jack Bond" userId="d0613b4d9d68792d" providerId="LiveId" clId="{B75D0D6A-262E-434A-A916-76758AD9AEC2}" dt="2025-05-21T02:26:58.522" v="393" actId="21"/>
          <ac:picMkLst>
            <pc:docMk/>
            <pc:sldMk cId="2139844792" sldId="261"/>
            <ac:picMk id="7" creationId="{3110040B-D3BA-29F0-9CA7-6388333705E3}"/>
          </ac:picMkLst>
        </pc:picChg>
        <pc:picChg chg="add del mod">
          <ac:chgData name="Jack Bond" userId="d0613b4d9d68792d" providerId="LiveId" clId="{B75D0D6A-262E-434A-A916-76758AD9AEC2}" dt="2025-05-20T03:56:26.942" v="43" actId="478"/>
          <ac:picMkLst>
            <pc:docMk/>
            <pc:sldMk cId="2139844792" sldId="261"/>
            <ac:picMk id="7" creationId="{E4032803-D3A3-7D13-B0C0-98683EE4FC9F}"/>
          </ac:picMkLst>
        </pc:picChg>
        <pc:picChg chg="add del mod">
          <ac:chgData name="Jack Bond" userId="d0613b4d9d68792d" providerId="LiveId" clId="{B75D0D6A-262E-434A-A916-76758AD9AEC2}" dt="2025-05-21T02:27:03.055" v="396" actId="21"/>
          <ac:picMkLst>
            <pc:docMk/>
            <pc:sldMk cId="2139844792" sldId="261"/>
            <ac:picMk id="8" creationId="{3110040B-D3BA-29F0-9CA7-6388333705E3}"/>
          </ac:picMkLst>
        </pc:picChg>
        <pc:picChg chg="add del">
          <ac:chgData name="Jack Bond" userId="d0613b4d9d68792d" providerId="LiveId" clId="{B75D0D6A-262E-434A-A916-76758AD9AEC2}" dt="2025-05-20T03:45:02.348" v="21" actId="478"/>
          <ac:picMkLst>
            <pc:docMk/>
            <pc:sldMk cId="2139844792" sldId="261"/>
            <ac:picMk id="8" creationId="{B727430F-2D19-B6D7-FAE0-48D1C32609B0}"/>
          </ac:picMkLst>
        </pc:picChg>
        <pc:picChg chg="add del mod">
          <ac:chgData name="Jack Bond" userId="d0613b4d9d68792d" providerId="LiveId" clId="{B75D0D6A-262E-434A-A916-76758AD9AEC2}" dt="2025-05-21T02:07:50.442" v="363" actId="478"/>
          <ac:picMkLst>
            <pc:docMk/>
            <pc:sldMk cId="2139844792" sldId="261"/>
            <ac:picMk id="10" creationId="{1FB04CCE-CED8-8E9C-5D72-9E2E52E192F8}"/>
          </ac:picMkLst>
        </pc:picChg>
        <pc:picChg chg="add mod ord">
          <ac:chgData name="Jack Bond" userId="d0613b4d9d68792d" providerId="LiveId" clId="{B75D0D6A-262E-434A-A916-76758AD9AEC2}" dt="2025-05-21T02:58:37.746" v="409" actId="167"/>
          <ac:picMkLst>
            <pc:docMk/>
            <pc:sldMk cId="2139844792" sldId="261"/>
            <ac:picMk id="11" creationId="{EA84B240-53EB-AE36-CC5B-E210F831D2A0}"/>
          </ac:picMkLst>
        </pc:picChg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  <pc:picChg chg="add mod">
          <ac:chgData name="Jack Bond" userId="d0613b4d9d68792d" providerId="LiveId" clId="{B75D0D6A-262E-434A-A916-76758AD9AEC2}" dt="2025-05-20T04:03:05.141" v="82" actId="14100"/>
          <ac:picMkLst>
            <pc:docMk/>
            <pc:sldMk cId="2178576567" sldId="262"/>
            <ac:picMk id="1026" creationId="{65EA50F3-10E3-1D37-38D2-9E90860050C9}"/>
          </ac:picMkLst>
        </pc:picChg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  <pc:grpChg chg="add del">
          <ac:chgData name="Jack Bond" userId="d0613b4d9d68792d" providerId="LiveId" clId="{B75D0D6A-262E-434A-A916-76758AD9AEC2}" dt="2025-05-20T04:15:37.068" v="230" actId="478"/>
          <ac:grpSpMkLst>
            <pc:docMk/>
            <pc:sldMk cId="3999261004" sldId="263"/>
            <ac:grpSpMk id="5" creationId="{37E4D900-E2ED-A9D9-43A3-DAB8434607FC}"/>
          </ac:grpSpMkLst>
        </pc:grpChg>
        <pc:picChg chg="add mod">
          <ac:chgData name="Jack Bond" userId="d0613b4d9d68792d" providerId="LiveId" clId="{B75D0D6A-262E-434A-A916-76758AD9AEC2}" dt="2025-05-20T04:18:45" v="342" actId="1037"/>
          <ac:picMkLst>
            <pc:docMk/>
            <pc:sldMk cId="3999261004" sldId="263"/>
            <ac:picMk id="2" creationId="{A1EA3B5F-678A-0815-2D6C-C7C4E7458B50}"/>
          </ac:picMkLst>
        </pc:picChg>
        <pc:picChg chg="add mod">
          <ac:chgData name="Jack Bond" userId="d0613b4d9d68792d" providerId="LiveId" clId="{B75D0D6A-262E-434A-A916-76758AD9AEC2}" dt="2025-05-21T05:09:33.251" v="575" actId="1076"/>
          <ac:picMkLst>
            <pc:docMk/>
            <pc:sldMk cId="3999261004" sldId="263"/>
            <ac:picMk id="3" creationId="{91B7E5A3-10C2-EB84-6FC2-73FE8ADE47CE}"/>
          </ac:picMkLst>
        </pc:picChg>
        <pc:picChg chg="add del">
          <ac:chgData name="Jack Bond" userId="d0613b4d9d68792d" providerId="LiveId" clId="{B75D0D6A-262E-434A-A916-76758AD9AEC2}" dt="2025-05-20T04:04:27.534" v="110" actId="478"/>
          <ac:picMkLst>
            <pc:docMk/>
            <pc:sldMk cId="3999261004" sldId="263"/>
            <ac:picMk id="7" creationId="{1893F581-5455-F336-C68D-463AE9A0BEAC}"/>
          </ac:picMkLst>
        </pc:picChg>
        <pc:picChg chg="add del">
          <ac:chgData name="Jack Bond" userId="d0613b4d9d68792d" providerId="LiveId" clId="{B75D0D6A-262E-434A-A916-76758AD9AEC2}" dt="2025-05-20T04:04:27.534" v="110" actId="478"/>
          <ac:picMkLst>
            <pc:docMk/>
            <pc:sldMk cId="3999261004" sldId="263"/>
            <ac:picMk id="8" creationId="{AC1D01A2-5ED2-5693-6290-746B405108E0}"/>
          </ac:picMkLst>
        </pc:picChg>
        <pc:picChg chg="del">
          <ac:chgData name="Jack Bond" userId="d0613b4d9d68792d" providerId="LiveId" clId="{B75D0D6A-262E-434A-A916-76758AD9AEC2}" dt="2025-05-20T04:03:12.727" v="87" actId="478"/>
          <ac:picMkLst>
            <pc:docMk/>
            <pc:sldMk cId="3999261004" sldId="263"/>
            <ac:picMk id="13" creationId="{E978249E-C9E0-1D3F-B6AA-221C95B8F052}"/>
          </ac:picMkLst>
        </pc:picChg>
        <pc:picChg chg="del">
          <ac:chgData name="Jack Bond" userId="d0613b4d9d68792d" providerId="LiveId" clId="{B75D0D6A-262E-434A-A916-76758AD9AEC2}" dt="2025-05-20T04:03:12.727" v="87" actId="478"/>
          <ac:picMkLst>
            <pc:docMk/>
            <pc:sldMk cId="3999261004" sldId="263"/>
            <ac:picMk id="18" creationId="{9BCB1689-DC92-B176-C20D-FDF7208291EC}"/>
          </ac:picMkLst>
        </pc:picChg>
        <pc:picChg chg="add del mod">
          <ac:chgData name="Jack Bond" userId="d0613b4d9d68792d" providerId="LiveId" clId="{B75D0D6A-262E-434A-A916-76758AD9AEC2}" dt="2025-05-21T04:36:59.098" v="433" actId="21"/>
          <ac:picMkLst>
            <pc:docMk/>
            <pc:sldMk cId="3999261004" sldId="263"/>
            <ac:picMk id="1026" creationId="{ACDC335F-7D75-753A-07A4-5484E0E93499}"/>
          </ac:picMkLst>
        </pc:picChg>
        <pc:picChg chg="add del mod">
          <ac:chgData name="Jack Bond" userId="d0613b4d9d68792d" providerId="LiveId" clId="{B75D0D6A-262E-434A-A916-76758AD9AEC2}" dt="2025-05-21T05:11:01.816" v="585" actId="478"/>
          <ac:picMkLst>
            <pc:docMk/>
            <pc:sldMk cId="3999261004" sldId="263"/>
            <ac:picMk id="1028" creationId="{3921FF88-8F98-4195-EF2A-B17EB97F7D3D}"/>
          </ac:picMkLst>
        </pc:picChg>
        <pc:picChg chg="add mod">
          <ac:chgData name="Jack Bond" userId="d0613b4d9d68792d" providerId="LiveId" clId="{B75D0D6A-262E-434A-A916-76758AD9AEC2}" dt="2025-05-20T04:18:45" v="342" actId="1037"/>
          <ac:picMkLst>
            <pc:docMk/>
            <pc:sldMk cId="3999261004" sldId="263"/>
            <ac:picMk id="2050" creationId="{E781BF60-6F67-C211-2496-DF7B67B3FEC3}"/>
          </ac:picMkLst>
        </pc:picChg>
        <pc:picChg chg="add del mod">
          <ac:chgData name="Jack Bond" userId="d0613b4d9d68792d" providerId="LiveId" clId="{B75D0D6A-262E-434A-A916-76758AD9AEC2}" dt="2025-05-20T04:14:38.926" v="218" actId="478"/>
          <ac:picMkLst>
            <pc:docMk/>
            <pc:sldMk cId="3999261004" sldId="263"/>
            <ac:picMk id="2052" creationId="{FC500575-A8F7-3D54-646A-4FB3F3F5C680}"/>
          </ac:picMkLst>
        </pc:picChg>
        <pc:picChg chg="add mod">
          <ac:chgData name="Jack Bond" userId="d0613b4d9d68792d" providerId="LiveId" clId="{B75D0D6A-262E-434A-A916-76758AD9AEC2}" dt="2025-05-20T04:18:48.003" v="353" actId="1038"/>
          <ac:picMkLst>
            <pc:docMk/>
            <pc:sldMk cId="3999261004" sldId="263"/>
            <ac:picMk id="2054" creationId="{EF01FBB1-BD91-9179-71E5-97C4929154F2}"/>
          </ac:picMkLst>
        </pc:picChg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  <pc:picChg chg="add mod ord">
          <ac:chgData name="Jack Bond" userId="d0613b4d9d68792d" providerId="LiveId" clId="{B75D0D6A-262E-434A-A916-76758AD9AEC2}" dt="2025-05-21T02:59:07.963" v="420" actId="167"/>
          <ac:picMkLst>
            <pc:docMk/>
            <pc:sldMk cId="1757367688" sldId="264"/>
            <ac:picMk id="3" creationId="{35A50BA0-73F2-4459-1798-55DFD2139D6D}"/>
          </ac:picMkLst>
        </pc:picChg>
        <pc:picChg chg="add del mod">
          <ac:chgData name="Jack Bond" userId="d0613b4d9d68792d" providerId="LiveId" clId="{B75D0D6A-262E-434A-A916-76758AD9AEC2}" dt="2025-05-21T02:59:10.367" v="421" actId="478"/>
          <ac:picMkLst>
            <pc:docMk/>
            <pc:sldMk cId="1757367688" sldId="264"/>
            <ac:picMk id="8" creationId="{3110040B-D3BA-29F0-9CA7-6388333705E3}"/>
          </ac:picMkLst>
        </pc:picChg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  <pc:spChg chg="add del mod">
          <ac:chgData name="Jack Bond" userId="d0613b4d9d68792d" providerId="LiveId" clId="{B75D0D6A-262E-434A-A916-76758AD9AEC2}" dt="2025-05-20T03:54:50.565" v="36" actId="478"/>
          <ac:spMkLst>
            <pc:docMk/>
            <pc:sldMk cId="2927250577" sldId="265"/>
            <ac:spMk id="2" creationId="{59AC2FFB-91CE-E3A9-82B4-C6692736DC1A}"/>
          </ac:spMkLst>
        </pc:spChg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  <pc:picChg chg="add mod">
          <ac:chgData name="Jack Bond" userId="d0613b4d9d68792d" providerId="LiveId" clId="{B75D0D6A-262E-434A-A916-76758AD9AEC2}" dt="2025-05-21T04:54:48.109" v="535" actId="1076"/>
          <ac:picMkLst>
            <pc:docMk/>
            <pc:sldMk cId="4220064756" sldId="265"/>
            <ac:picMk id="2" creationId="{B011C7E6-0805-5F64-664C-0101C14CA78C}"/>
          </ac:picMkLst>
        </pc:picChg>
        <pc:picChg chg="add mod">
          <ac:chgData name="Jack Bond" userId="d0613b4d9d68792d" providerId="LiveId" clId="{B75D0D6A-262E-434A-A916-76758AD9AEC2}" dt="2025-05-21T04:54:33.582" v="533" actId="1076"/>
          <ac:picMkLst>
            <pc:docMk/>
            <pc:sldMk cId="4220064756" sldId="265"/>
            <ac:picMk id="3" creationId="{C25A5894-35E1-307B-C319-C84D24CEA1C0}"/>
          </ac:picMkLst>
        </pc:picChg>
        <pc:picChg chg="add mod">
          <ac:chgData name="Jack Bond" userId="d0613b4d9d68792d" providerId="LiveId" clId="{B75D0D6A-262E-434A-A916-76758AD9AEC2}" dt="2025-05-21T20:25:24.868" v="636" actId="1076"/>
          <ac:picMkLst>
            <pc:docMk/>
            <pc:sldMk cId="4220064756" sldId="265"/>
            <ac:picMk id="4" creationId="{51DD067C-EFDF-8000-733B-5FBFBFA2E05A}"/>
          </ac:picMkLst>
        </pc:picChg>
        <pc:picChg chg="add del mod">
          <ac:chgData name="Jack Bond" userId="d0613b4d9d68792d" providerId="LiveId" clId="{B75D0D6A-262E-434A-A916-76758AD9AEC2}" dt="2025-05-21T17:53:29.881" v="606" actId="478"/>
          <ac:picMkLst>
            <pc:docMk/>
            <pc:sldMk cId="4220064756" sldId="265"/>
            <ac:picMk id="4" creationId="{F8F9957D-19DF-3570-E227-F5F4F2722FFF}"/>
          </ac:picMkLst>
        </pc:picChg>
        <pc:picChg chg="add del mod">
          <ac:chgData name="Jack Bond" userId="d0613b4d9d68792d" providerId="LiveId" clId="{B75D0D6A-262E-434A-A916-76758AD9AEC2}" dt="2025-05-21T05:10:58.821" v="584" actId="478"/>
          <ac:picMkLst>
            <pc:docMk/>
            <pc:sldMk cId="4220064756" sldId="265"/>
            <ac:picMk id="5" creationId="{9BCB1689-DC92-B176-C20D-FDF7208291EC}"/>
          </ac:picMkLst>
        </pc:picChg>
        <pc:picChg chg="add del mod">
          <ac:chgData name="Jack Bond" userId="d0613b4d9d68792d" providerId="LiveId" clId="{B75D0D6A-262E-434A-A916-76758AD9AEC2}" dt="2025-05-21T20:23:58.738" v="608" actId="478"/>
          <ac:picMkLst>
            <pc:docMk/>
            <pc:sldMk cId="4220064756" sldId="265"/>
            <ac:picMk id="5" creationId="{D6F3F12B-46FF-DFB9-1835-4689C1110FA9}"/>
          </ac:picMkLst>
        </pc:picChg>
        <pc:picChg chg="add del mod">
          <ac:chgData name="Jack Bond" userId="d0613b4d9d68792d" providerId="LiveId" clId="{B75D0D6A-262E-434A-A916-76758AD9AEC2}" dt="2025-05-21T05:18:47.930" v="593" actId="478"/>
          <ac:picMkLst>
            <pc:docMk/>
            <pc:sldMk cId="4220064756" sldId="265"/>
            <ac:picMk id="6" creationId="{72BBF17E-12C9-CFEF-EEA5-60805D67E834}"/>
          </ac:picMkLst>
        </pc:picChg>
        <pc:picChg chg="add del mod">
          <ac:chgData name="Jack Bond" userId="d0613b4d9d68792d" providerId="LiveId" clId="{B75D0D6A-262E-434A-A916-76758AD9AEC2}" dt="2025-05-21T20:23:58.738" v="608" actId="478"/>
          <ac:picMkLst>
            <pc:docMk/>
            <pc:sldMk cId="4220064756" sldId="265"/>
            <ac:picMk id="6" creationId="{B5023F05-CE51-65B6-63DB-DB11BB9FE311}"/>
          </ac:picMkLst>
        </pc:picChg>
        <pc:picChg chg="add mod">
          <ac:chgData name="Jack Bond" userId="d0613b4d9d68792d" providerId="LiveId" clId="{B75D0D6A-262E-434A-A916-76758AD9AEC2}" dt="2025-05-21T20:25:23.650" v="635" actId="1076"/>
          <ac:picMkLst>
            <pc:docMk/>
            <pc:sldMk cId="4220064756" sldId="265"/>
            <ac:picMk id="7" creationId="{F2069F21-FAE4-8420-D54A-187A5EE4C3D1}"/>
          </ac:picMkLst>
        </pc:picChg>
        <pc:picChg chg="add del mod ord">
          <ac:chgData name="Jack Bond" userId="d0613b4d9d68792d" providerId="LiveId" clId="{B75D0D6A-262E-434A-A916-76758AD9AEC2}" dt="2025-05-21T20:26:34.502" v="644" actId="478"/>
          <ac:picMkLst>
            <pc:docMk/>
            <pc:sldMk cId="4220064756" sldId="265"/>
            <ac:picMk id="8" creationId="{051DA6EF-7F3E-D8BD-711B-9716BBB2D9B9}"/>
          </ac:picMkLst>
        </pc:picChg>
        <pc:picChg chg="add mod ord">
          <ac:chgData name="Jack Bond" userId="d0613b4d9d68792d" providerId="LiveId" clId="{B75D0D6A-262E-434A-A916-76758AD9AEC2}" dt="2025-05-21T20:26:24.975" v="639" actId="167"/>
          <ac:picMkLst>
            <pc:docMk/>
            <pc:sldMk cId="4220064756" sldId="265"/>
            <ac:picMk id="9" creationId="{94786373-8003-6E47-7DC3-2D4886564532}"/>
          </ac:picMkLst>
        </pc:picChg>
        <pc:picChg chg="add del mod ord">
          <ac:chgData name="Jack Bond" userId="d0613b4d9d68792d" providerId="LiveId" clId="{B75D0D6A-262E-434A-A916-76758AD9AEC2}" dt="2025-05-21T20:26:26.746" v="640" actId="21"/>
          <ac:picMkLst>
            <pc:docMk/>
            <pc:sldMk cId="4220064756" sldId="265"/>
            <ac:picMk id="10" creationId="{A9BBB6F8-A887-E4AC-BC80-3FCA30D16595}"/>
          </ac:picMkLst>
        </pc:picChg>
        <pc:picChg chg="add mod ord">
          <ac:chgData name="Jack Bond" userId="d0613b4d9d68792d" providerId="LiveId" clId="{B75D0D6A-262E-434A-A916-76758AD9AEC2}" dt="2025-05-21T20:26:33.426" v="643" actId="167"/>
          <ac:picMkLst>
            <pc:docMk/>
            <pc:sldMk cId="4220064756" sldId="265"/>
            <ac:picMk id="11" creationId="{A9BBB6F8-A887-E4AC-BC80-3FCA30D16595}"/>
          </ac:picMkLst>
        </pc:picChg>
        <pc:picChg chg="add mod">
          <ac:chgData name="Jack Bond" userId="d0613b4d9d68792d" providerId="LiveId" clId="{B75D0D6A-262E-434A-A916-76758AD9AEC2}" dt="2025-05-21T04:54:41.678" v="534" actId="1076"/>
          <ac:picMkLst>
            <pc:docMk/>
            <pc:sldMk cId="4220064756" sldId="265"/>
            <ac:picMk id="1026" creationId="{ACDC335F-7D75-753A-07A4-5484E0E93499}"/>
          </ac:picMkLst>
        </pc:picChg>
        <pc:picChg chg="add mod">
          <ac:chgData name="Jack Bond" userId="d0613b4d9d68792d" providerId="LiveId" clId="{B75D0D6A-262E-434A-A916-76758AD9AEC2}" dt="2025-05-21T04:54:33.582" v="533" actId="1076"/>
          <ac:picMkLst>
            <pc:docMk/>
            <pc:sldMk cId="4220064756" sldId="265"/>
            <ac:picMk id="2050" creationId="{21A95CFC-1F01-EE63-4548-B31F2296E0EF}"/>
          </ac:picMkLst>
        </pc:picChg>
        <pc:picChg chg="add del mod">
          <ac:chgData name="Jack Bond" userId="d0613b4d9d68792d" providerId="LiveId" clId="{B75D0D6A-262E-434A-A916-76758AD9AEC2}" dt="2025-05-21T04:53:05.326" v="500" actId="478"/>
          <ac:picMkLst>
            <pc:docMk/>
            <pc:sldMk cId="4220064756" sldId="265"/>
            <ac:picMk id="2052" creationId="{3575A954-C29F-09E6-B753-8AE1A9F2873C}"/>
          </ac:picMkLst>
        </pc:picChg>
        <pc:picChg chg="add del mod">
          <ac:chgData name="Jack Bond" userId="d0613b4d9d68792d" providerId="LiveId" clId="{B75D0D6A-262E-434A-A916-76758AD9AEC2}" dt="2025-05-21T17:53:12.252" v="600" actId="478"/>
          <ac:picMkLst>
            <pc:docMk/>
            <pc:sldMk cId="4220064756" sldId="265"/>
            <ac:picMk id="2054" creationId="{17608622-4B47-1B65-BDD9-A2D23A1EFC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4.png"/><Relationship Id="rId7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game&#10;&#10;AI-generated content may be incorrect.">
            <a:extLst>
              <a:ext uri="{FF2B5EF4-FFF2-40B4-BE49-F238E27FC236}">
                <a16:creationId xmlns:a16="http://schemas.microsoft.com/office/drawing/2014/main" id="{EA84B240-53EB-AE36-CC5B-E210F831D2A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6" y="215996"/>
            <a:ext cx="7382465" cy="455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44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ge of a paper with text&#10;&#10;AI-generated content may be incorrect.">
            <a:extLst>
              <a:ext uri="{FF2B5EF4-FFF2-40B4-BE49-F238E27FC236}">
                <a16:creationId xmlns:a16="http://schemas.microsoft.com/office/drawing/2014/main" id="{35A50BA0-73F2-4459-1798-55DFD2139D6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7" y="215995"/>
            <a:ext cx="7382465" cy="789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67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ard with text and images&#10;&#10;AI-generated content may be incorrect.">
            <a:extLst>
              <a:ext uri="{FF2B5EF4-FFF2-40B4-BE49-F238E27FC236}">
                <a16:creationId xmlns:a16="http://schemas.microsoft.com/office/drawing/2014/main" id="{A9BBB6F8-A887-E4AC-BC80-3FCA30D16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8" y="4850644"/>
            <a:ext cx="3592282" cy="5029195"/>
          </a:xfrm>
          <a:prstGeom prst="rect">
            <a:avLst/>
          </a:prstGeom>
        </p:spPr>
      </p:pic>
      <p:pic>
        <p:nvPicPr>
          <p:cNvPr id="9" name="Picture 8" descr="A screenshot of a game&#10;&#10;AI-generated content may be incorrect.">
            <a:extLst>
              <a:ext uri="{FF2B5EF4-FFF2-40B4-BE49-F238E27FC236}">
                <a16:creationId xmlns:a16="http://schemas.microsoft.com/office/drawing/2014/main" id="{94786373-8003-6E47-7DC3-2D4886564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4850644"/>
            <a:ext cx="3592282" cy="5029195"/>
          </a:xfrm>
          <a:prstGeom prst="rect">
            <a:avLst/>
          </a:prstGeom>
        </p:spPr>
      </p:pic>
      <p:pic>
        <p:nvPicPr>
          <p:cNvPr id="1026" name="Picture 2" descr="Tabaxi | Agutar Wiki | Fandom">
            <a:extLst>
              <a:ext uri="{FF2B5EF4-FFF2-40B4-BE49-F238E27FC236}">
                <a16:creationId xmlns:a16="http://schemas.microsoft.com/office/drawing/2014/main" id="{ACDC335F-7D75-753A-07A4-5484E0E93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68" b="99454" l="4766" r="99453">
                        <a14:foregroundMark x1="41328" y1="8251" x2="41328" y2="8251"/>
                        <a14:foregroundMark x1="64688" y1="7322" x2="64688" y2="7322"/>
                        <a14:foregroundMark x1="86641" y1="73005" x2="86641" y2="73005"/>
                        <a14:foregroundMark x1="89766" y1="45956" x2="99844" y2="88142"/>
                        <a14:foregroundMark x1="99844" y1="88142" x2="43281" y2="96448"/>
                        <a14:foregroundMark x1="43281" y1="96448" x2="89609" y2="49727"/>
                        <a14:foregroundMark x1="82734" y1="93770" x2="93672" y2="90055"/>
                        <a14:foregroundMark x1="90000" y1="95847" x2="99609" y2="99344"/>
                        <a14:foregroundMark x1="14375" y1="90820" x2="7734" y2="99071"/>
                        <a14:foregroundMark x1="11250" y1="88470" x2="10703" y2="89290"/>
                        <a14:foregroundMark x1="7734" y1="94044" x2="4766" y2="994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691" y="1054889"/>
            <a:ext cx="859212" cy="122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Tabaxi | Agutar Wiki | Fandom">
            <a:extLst>
              <a:ext uri="{FF2B5EF4-FFF2-40B4-BE49-F238E27FC236}">
                <a16:creationId xmlns:a16="http://schemas.microsoft.com/office/drawing/2014/main" id="{B011C7E6-0805-5F64-664C-0101C14CA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68" b="99454" l="4766" r="99453">
                        <a14:foregroundMark x1="41328" y1="8251" x2="41328" y2="8251"/>
                        <a14:foregroundMark x1="64688" y1="7322" x2="64688" y2="7322"/>
                        <a14:foregroundMark x1="86641" y1="73005" x2="86641" y2="73005"/>
                        <a14:foregroundMark x1="89766" y1="45956" x2="99844" y2="88142"/>
                        <a14:foregroundMark x1="99844" y1="88142" x2="43281" y2="96448"/>
                        <a14:foregroundMark x1="43281" y1="96448" x2="89609" y2="49727"/>
                        <a14:foregroundMark x1="82734" y1="93770" x2="93672" y2="90055"/>
                        <a14:foregroundMark x1="90000" y1="95847" x2="99609" y2="99344"/>
                        <a14:foregroundMark x1="14375" y1="90820" x2="7734" y2="99071"/>
                        <a14:foregroundMark x1="11250" y1="88470" x2="10703" y2="89290"/>
                        <a14:foregroundMark x1="7734" y1="94044" x2="4766" y2="994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527691" y="2304992"/>
            <a:ext cx="859212" cy="122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ug - Monsters - D&amp;D Beyond">
            <a:extLst>
              <a:ext uri="{FF2B5EF4-FFF2-40B4-BE49-F238E27FC236}">
                <a16:creationId xmlns:a16="http://schemas.microsoft.com/office/drawing/2014/main" id="{21A95CFC-1F01-EE63-4548-B31F2296E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00" b="99000" l="3454" r="89803">
                        <a14:foregroundMark x1="38158" y1="29900" x2="48849" y2="28700"/>
                        <a14:foregroundMark x1="44408" y1="40300" x2="46546" y2="38000"/>
                        <a14:foregroundMark x1="45888" y1="87800" x2="70724" y2="96400"/>
                        <a14:foregroundMark x1="19408" y1="42200" x2="9375" y2="21800"/>
                        <a14:foregroundMark x1="3454" y1="25100" x2="7237" y2="41100"/>
                        <a14:foregroundMark x1="47039" y1="96600" x2="41612" y2="99000"/>
                        <a14:foregroundMark x1="37500" y1="4200" x2="31908" y2="3100"/>
                        <a14:foregroundMark x1="52467" y1="4800" x2="40296" y2="1300"/>
                        <a14:foregroundMark x1="77303" y1="23700" x2="83059" y2="27800"/>
                        <a14:foregroundMark x1="80921" y1="25600" x2="80921" y2="25600"/>
                        <a14:foregroundMark x1="80921" y1="25600" x2="80921" y2="25600"/>
                        <a14:foregroundMark x1="81414" y1="25600" x2="81414" y2="25600"/>
                        <a14:backgroundMark x1="91283" y1="24400" x2="92599" y2="26400"/>
                        <a14:backgroundMark x1="87500" y1="21600" x2="87829" y2="69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208" y="1178322"/>
            <a:ext cx="1193984" cy="110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hug - Monsters - D&amp;D Beyond">
            <a:extLst>
              <a:ext uri="{FF2B5EF4-FFF2-40B4-BE49-F238E27FC236}">
                <a16:creationId xmlns:a16="http://schemas.microsoft.com/office/drawing/2014/main" id="{C25A5894-35E1-307B-C319-C84D24CEA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00" b="99000" l="3454" r="89803">
                        <a14:foregroundMark x1="38158" y1="29900" x2="48849" y2="28700"/>
                        <a14:foregroundMark x1="44408" y1="40300" x2="46546" y2="38000"/>
                        <a14:foregroundMark x1="45888" y1="87800" x2="70724" y2="96400"/>
                        <a14:foregroundMark x1="19408" y1="42200" x2="9375" y2="21800"/>
                        <a14:foregroundMark x1="3454" y1="25100" x2="7237" y2="41100"/>
                        <a14:foregroundMark x1="47039" y1="96600" x2="41612" y2="99000"/>
                        <a14:foregroundMark x1="37500" y1="4200" x2="31908" y2="3100"/>
                        <a14:foregroundMark x1="52467" y1="4800" x2="40296" y2="1300"/>
                        <a14:foregroundMark x1="77303" y1="23700" x2="83059" y2="27800"/>
                        <a14:foregroundMark x1="80921" y1="25600" x2="80921" y2="25600"/>
                        <a14:foregroundMark x1="80921" y1="25600" x2="80921" y2="25600"/>
                        <a14:foregroundMark x1="81414" y1="25600" x2="81414" y2="25600"/>
                        <a14:backgroundMark x1="91283" y1="24400" x2="92599" y2="26400"/>
                        <a14:backgroundMark x1="87500" y1="21600" x2="87829" y2="69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3289208" y="2304992"/>
            <a:ext cx="1193984" cy="110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rt Dump 2">
            <a:extLst>
              <a:ext uri="{FF2B5EF4-FFF2-40B4-BE49-F238E27FC236}">
                <a16:creationId xmlns:a16="http://schemas.microsoft.com/office/drawing/2014/main" id="{51DD067C-EFDF-8000-733B-5FBFBFA2E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5" t="3997" r="17239" b="6853"/>
          <a:stretch/>
        </p:blipFill>
        <p:spPr bwMode="auto">
          <a:xfrm>
            <a:off x="5385497" y="1014956"/>
            <a:ext cx="791570" cy="12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rt Dump 2">
            <a:extLst>
              <a:ext uri="{FF2B5EF4-FFF2-40B4-BE49-F238E27FC236}">
                <a16:creationId xmlns:a16="http://schemas.microsoft.com/office/drawing/2014/main" id="{F2069F21-FAE4-8420-D54A-187A5EE4C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5" t="3997" r="17239" b="6853"/>
          <a:stretch/>
        </p:blipFill>
        <p:spPr bwMode="auto">
          <a:xfrm flipV="1">
            <a:off x="5385497" y="2303187"/>
            <a:ext cx="791570" cy="126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06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owering Warrior with Masked Gaze">
            <a:extLst>
              <a:ext uri="{FF2B5EF4-FFF2-40B4-BE49-F238E27FC236}">
                <a16:creationId xmlns:a16="http://schemas.microsoft.com/office/drawing/2014/main" id="{E781BF60-6F67-C211-2496-DF7B67B3F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50" b="96810" l="6836" r="89844">
                        <a14:foregroundMark x1="6836" y1="15430" x2="6836" y2="15430"/>
                        <a14:foregroundMark x1="7617" y1="6315" x2="7617" y2="6315"/>
                        <a14:foregroundMark x1="38086" y1="57617" x2="38086" y2="57617"/>
                        <a14:foregroundMark x1="35742" y1="93490" x2="35742" y2="93490"/>
                        <a14:foregroundMark x1="73047" y1="96810" x2="73047" y2="968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0000">
            <a:off x="5348389" y="2750495"/>
            <a:ext cx="1641471" cy="246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Towering Warrior with Masked Gaze">
            <a:extLst>
              <a:ext uri="{FF2B5EF4-FFF2-40B4-BE49-F238E27FC236}">
                <a16:creationId xmlns:a16="http://schemas.microsoft.com/office/drawing/2014/main" id="{A1EA3B5F-678A-0815-2D6C-C7C4E7458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50" b="96810" l="6836" r="89844">
                        <a14:foregroundMark x1="6836" y1="15430" x2="6836" y2="15430"/>
                        <a14:foregroundMark x1="7617" y1="6315" x2="7617" y2="6315"/>
                        <a14:foregroundMark x1="38086" y1="57617" x2="38086" y2="57617"/>
                        <a14:foregroundMark x1="35742" y1="93490" x2="35742" y2="93490"/>
                        <a14:foregroundMark x1="73047" y1="96810" x2="73047" y2="968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40000" flipH="1">
            <a:off x="4227275" y="2750822"/>
            <a:ext cx="1638041" cy="246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Quetzalcoatl (“KWET-zal-co-OT-al”). “Feathered Serpent;” one of the most  important Mesoamerican deities, in … | Serpent à plume, Art créatures  mythiques, Chamanisme">
            <a:extLst>
              <a:ext uri="{FF2B5EF4-FFF2-40B4-BE49-F238E27FC236}">
                <a16:creationId xmlns:a16="http://schemas.microsoft.com/office/drawing/2014/main" id="{EF01FBB1-BD91-9179-71E5-97C492915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220000">
            <a:off x="730509" y="894627"/>
            <a:ext cx="3788208" cy="378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Quetzalcoatl (“KWET-zal-co-OT-al”). “Feathered Serpent;” one of the most  important Mesoamerican deities, in … | Serpent à plume, Art créatures  mythiques, Chamanisme">
            <a:extLst>
              <a:ext uri="{FF2B5EF4-FFF2-40B4-BE49-F238E27FC236}">
                <a16:creationId xmlns:a16="http://schemas.microsoft.com/office/drawing/2014/main" id="{91B7E5A3-10C2-EB84-6FC2-73FE8ADE4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420000" flipH="1">
            <a:off x="730508" y="3749853"/>
            <a:ext cx="3788209" cy="378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26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1428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2025-05-20T22:48:06Z</cp:lastPrinted>
  <dcterms:created xsi:type="dcterms:W3CDTF">2023-08-15T22:34:31Z</dcterms:created>
  <dcterms:modified xsi:type="dcterms:W3CDTF">2025-05-21T20:26:35Z</dcterms:modified>
</cp:coreProperties>
</file>