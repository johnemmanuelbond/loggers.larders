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  <p:sldId id="273" r:id="rId3"/>
  </p:sldIdLst>
  <p:sldSz cx="7772400" cy="10058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3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C4AB4B-B52D-4C64-A18D-BF73A811A050}" v="423" dt="2025-08-26T03:05:21.9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7" d="100"/>
          <a:sy n="67" d="100"/>
        </p:scale>
        <p:origin x="844" y="-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Bond" userId="d0613b4d9d68792d" providerId="LiveId" clId="{435F300D-6CAF-4321-8599-B61F303F931A}"/>
    <pc:docChg chg="undo custSel addSld delSld modSld sldOrd">
      <pc:chgData name="Jack Bond" userId="d0613b4d9d68792d" providerId="LiveId" clId="{435F300D-6CAF-4321-8599-B61F303F931A}" dt="2025-07-15T20:17:03.996" v="76" actId="1367"/>
      <pc:docMkLst>
        <pc:docMk/>
      </pc:docMkLst>
      <pc:sldChg chg="del">
        <pc:chgData name="Jack Bond" userId="d0613b4d9d68792d" providerId="LiveId" clId="{435F300D-6CAF-4321-8599-B61F303F931A}" dt="2025-07-15T02:25:51.911" v="2" actId="47"/>
        <pc:sldMkLst>
          <pc:docMk/>
          <pc:sldMk cId="53687160" sldId="268"/>
        </pc:sldMkLst>
      </pc:sldChg>
      <pc:sldChg chg="addSp modSp new mod">
        <pc:chgData name="Jack Bond" userId="d0613b4d9d68792d" providerId="LiveId" clId="{435F300D-6CAF-4321-8599-B61F303F931A}" dt="2025-07-15T20:16:51.218" v="73"/>
        <pc:sldMkLst>
          <pc:docMk/>
          <pc:sldMk cId="2296457534" sldId="269"/>
        </pc:sldMkLst>
      </pc:sldChg>
      <pc:sldChg chg="add del">
        <pc:chgData name="Jack Bond" userId="d0613b4d9d68792d" providerId="LiveId" clId="{435F300D-6CAF-4321-8599-B61F303F931A}" dt="2025-07-15T02:29:42.963" v="67" actId="47"/>
        <pc:sldMkLst>
          <pc:docMk/>
          <pc:sldMk cId="1470260589" sldId="270"/>
        </pc:sldMkLst>
      </pc:sldChg>
      <pc:sldChg chg="addSp modSp new del mod">
        <pc:chgData name="Jack Bond" userId="d0613b4d9d68792d" providerId="LiveId" clId="{435F300D-6CAF-4321-8599-B61F303F931A}" dt="2025-07-15T02:28:37.920" v="63" actId="2696"/>
        <pc:sldMkLst>
          <pc:docMk/>
          <pc:sldMk cId="3485330045" sldId="270"/>
        </pc:sldMkLst>
      </pc:sldChg>
      <pc:sldChg chg="addSp modSp new add del mod ord">
        <pc:chgData name="Jack Bond" userId="d0613b4d9d68792d" providerId="LiveId" clId="{435F300D-6CAF-4321-8599-B61F303F931A}" dt="2025-07-15T20:17:03.996" v="76" actId="1367"/>
        <pc:sldMkLst>
          <pc:docMk/>
          <pc:sldMk cId="2868086417" sldId="271"/>
        </pc:sldMkLst>
      </pc:sldChg>
      <pc:sldChg chg="addSp delSp modSp new del mod">
        <pc:chgData name="Jack Bond" userId="d0613b4d9d68792d" providerId="LiveId" clId="{435F300D-6CAF-4321-8599-B61F303F931A}" dt="2025-07-15T02:28:37.920" v="63" actId="2696"/>
        <pc:sldMkLst>
          <pc:docMk/>
          <pc:sldMk cId="2730225920" sldId="272"/>
        </pc:sldMkLst>
      </pc:sldChg>
      <pc:sldChg chg="add del">
        <pc:chgData name="Jack Bond" userId="d0613b4d9d68792d" providerId="LiveId" clId="{435F300D-6CAF-4321-8599-B61F303F931A}" dt="2025-07-15T02:29:42.963" v="67" actId="47"/>
        <pc:sldMkLst>
          <pc:docMk/>
          <pc:sldMk cId="3751906151" sldId="272"/>
        </pc:sldMkLst>
      </pc:sldChg>
    </pc:docChg>
  </pc:docChgLst>
  <pc:docChgLst>
    <pc:chgData name="Jack Bond" userId="d0613b4d9d68792d" providerId="LiveId" clId="{BBC1FA31-1213-43BB-AD77-1B1DA41181AB}"/>
    <pc:docChg chg="undo custSel addSld delSld modSld">
      <pc:chgData name="Jack Bond" userId="d0613b4d9d68792d" providerId="LiveId" clId="{BBC1FA31-1213-43BB-AD77-1B1DA41181AB}" dt="2025-07-02T20:14:53.879" v="117" actId="1076"/>
      <pc:docMkLst>
        <pc:docMk/>
      </pc:docMkLst>
      <pc:sldChg chg="del">
        <pc:chgData name="Jack Bond" userId="d0613b4d9d68792d" providerId="LiveId" clId="{BBC1FA31-1213-43BB-AD77-1B1DA41181AB}" dt="2025-07-02T04:44:05.722" v="1" actId="47"/>
        <pc:sldMkLst>
          <pc:docMk/>
          <pc:sldMk cId="2139844792" sldId="261"/>
        </pc:sldMkLst>
      </pc:sldChg>
      <pc:sldChg chg="del">
        <pc:chgData name="Jack Bond" userId="d0613b4d9d68792d" providerId="LiveId" clId="{BBC1FA31-1213-43BB-AD77-1B1DA41181AB}" dt="2025-07-02T04:44:10.822" v="3" actId="47"/>
        <pc:sldMkLst>
          <pc:docMk/>
          <pc:sldMk cId="3999261004" sldId="263"/>
        </pc:sldMkLst>
      </pc:sldChg>
      <pc:sldChg chg="del">
        <pc:chgData name="Jack Bond" userId="d0613b4d9d68792d" providerId="LiveId" clId="{BBC1FA31-1213-43BB-AD77-1B1DA41181AB}" dt="2025-07-02T04:44:09.334" v="2" actId="47"/>
        <pc:sldMkLst>
          <pc:docMk/>
          <pc:sldMk cId="1757367688" sldId="264"/>
        </pc:sldMkLst>
      </pc:sldChg>
      <pc:sldChg chg="addSp delSp modSp add del mod">
        <pc:chgData name="Jack Bond" userId="d0613b4d9d68792d" providerId="LiveId" clId="{BBC1FA31-1213-43BB-AD77-1B1DA41181AB}" dt="2025-07-02T05:46:16.651" v="107" actId="47"/>
        <pc:sldMkLst>
          <pc:docMk/>
          <pc:sldMk cId="2677361860" sldId="264"/>
        </pc:sldMkLst>
      </pc:sldChg>
      <pc:sldChg chg="del">
        <pc:chgData name="Jack Bond" userId="d0613b4d9d68792d" providerId="LiveId" clId="{BBC1FA31-1213-43BB-AD77-1B1DA41181AB}" dt="2025-07-02T04:44:09.334" v="2" actId="47"/>
        <pc:sldMkLst>
          <pc:docMk/>
          <pc:sldMk cId="4220064756" sldId="265"/>
        </pc:sldMkLst>
      </pc:sldChg>
      <pc:sldChg chg="addSp delSp modSp new del mod">
        <pc:chgData name="Jack Bond" userId="d0613b4d9d68792d" providerId="LiveId" clId="{BBC1FA31-1213-43BB-AD77-1B1DA41181AB}" dt="2025-07-02T05:01:20.492" v="52" actId="47"/>
        <pc:sldMkLst>
          <pc:docMk/>
          <pc:sldMk cId="3637717075" sldId="266"/>
        </pc:sldMkLst>
      </pc:sldChg>
      <pc:sldChg chg="addSp modSp new del mod">
        <pc:chgData name="Jack Bond" userId="d0613b4d9d68792d" providerId="LiveId" clId="{BBC1FA31-1213-43BB-AD77-1B1DA41181AB}" dt="2025-07-02T05:01:20.492" v="52" actId="47"/>
        <pc:sldMkLst>
          <pc:docMk/>
          <pc:sldMk cId="3627547397" sldId="267"/>
        </pc:sldMkLst>
      </pc:sldChg>
      <pc:sldChg chg="addSp delSp modSp new mod">
        <pc:chgData name="Jack Bond" userId="d0613b4d9d68792d" providerId="LiveId" clId="{BBC1FA31-1213-43BB-AD77-1B1DA41181AB}" dt="2025-07-02T20:14:53.879" v="117" actId="1076"/>
        <pc:sldMkLst>
          <pc:docMk/>
          <pc:sldMk cId="53687160" sldId="268"/>
        </pc:sldMkLst>
      </pc:sldChg>
    </pc:docChg>
  </pc:docChgLst>
  <pc:docChgLst>
    <pc:chgData name="Jack Bond" userId="d0613b4d9d68792d" providerId="LiveId" clId="{B75D0D6A-262E-434A-A916-76758AD9AEC2}"/>
    <pc:docChg chg="undo custSel addSld delSld modSld sldOrd">
      <pc:chgData name="Jack Bond" userId="d0613b4d9d68792d" providerId="LiveId" clId="{B75D0D6A-262E-434A-A916-76758AD9AEC2}" dt="2025-05-21T20:26:34.502" v="644" actId="478"/>
      <pc:docMkLst>
        <pc:docMk/>
      </pc:docMkLst>
      <pc:sldChg chg="addSp delSp modSp mod">
        <pc:chgData name="Jack Bond" userId="d0613b4d9d68792d" providerId="LiveId" clId="{B75D0D6A-262E-434A-A916-76758AD9AEC2}" dt="2025-05-21T02:58:40.367" v="410" actId="478"/>
        <pc:sldMkLst>
          <pc:docMk/>
          <pc:sldMk cId="2139844792" sldId="261"/>
        </pc:sldMkLst>
      </pc:sldChg>
      <pc:sldChg chg="add del">
        <pc:chgData name="Jack Bond" userId="d0613b4d9d68792d" providerId="LiveId" clId="{B75D0D6A-262E-434A-A916-76758AD9AEC2}" dt="2025-05-20T04:00:15.367" v="61" actId="47"/>
        <pc:sldMkLst>
          <pc:docMk/>
          <pc:sldMk cId="100459200" sldId="262"/>
        </pc:sldMkLst>
      </pc:sldChg>
      <pc:sldChg chg="addSp modSp new del">
        <pc:chgData name="Jack Bond" userId="d0613b4d9d68792d" providerId="LiveId" clId="{B75D0D6A-262E-434A-A916-76758AD9AEC2}" dt="2025-05-20T04:03:06.157" v="83" actId="680"/>
        <pc:sldMkLst>
          <pc:docMk/>
          <pc:sldMk cId="2178576567" sldId="262"/>
        </pc:sldMkLst>
      </pc:sldChg>
      <pc:sldChg chg="addSp delSp modSp add del mod">
        <pc:chgData name="Jack Bond" userId="d0613b4d9d68792d" providerId="LiveId" clId="{B75D0D6A-262E-434A-A916-76758AD9AEC2}" dt="2025-05-21T05:11:01.816" v="585" actId="478"/>
        <pc:sldMkLst>
          <pc:docMk/>
          <pc:sldMk cId="3999261004" sldId="263"/>
        </pc:sldMkLst>
      </pc:sldChg>
      <pc:sldChg chg="addSp delSp modSp new mod">
        <pc:chgData name="Jack Bond" userId="d0613b4d9d68792d" providerId="LiveId" clId="{B75D0D6A-262E-434A-A916-76758AD9AEC2}" dt="2025-05-21T02:59:10.367" v="421" actId="478"/>
        <pc:sldMkLst>
          <pc:docMk/>
          <pc:sldMk cId="1757367688" sldId="264"/>
        </pc:sldMkLst>
      </pc:sldChg>
      <pc:sldChg chg="add del">
        <pc:chgData name="Jack Bond" userId="d0613b4d9d68792d" providerId="LiveId" clId="{B75D0D6A-262E-434A-A916-76758AD9AEC2}" dt="2025-05-20T04:03:09.488" v="86" actId="47"/>
        <pc:sldMkLst>
          <pc:docMk/>
          <pc:sldMk cId="2677361860" sldId="264"/>
        </pc:sldMkLst>
      </pc:sldChg>
      <pc:sldChg chg="addSp delSp modSp new del mod">
        <pc:chgData name="Jack Bond" userId="d0613b4d9d68792d" providerId="LiveId" clId="{B75D0D6A-262E-434A-A916-76758AD9AEC2}" dt="2025-05-20T03:56:09.106" v="37" actId="47"/>
        <pc:sldMkLst>
          <pc:docMk/>
          <pc:sldMk cId="2927250577" sldId="265"/>
        </pc:sldMkLst>
      </pc:sldChg>
      <pc:sldChg chg="addSp delSp modSp new mod ord">
        <pc:chgData name="Jack Bond" userId="d0613b4d9d68792d" providerId="LiveId" clId="{B75D0D6A-262E-434A-A916-76758AD9AEC2}" dt="2025-05-21T20:26:34.502" v="644" actId="478"/>
        <pc:sldMkLst>
          <pc:docMk/>
          <pc:sldMk cId="4220064756" sldId="265"/>
        </pc:sldMkLst>
      </pc:sldChg>
    </pc:docChg>
  </pc:docChgLst>
  <pc:docChgLst>
    <pc:chgData name="Jack Bond" userId="d0613b4d9d68792d" providerId="LiveId" clId="{5EC4AB4B-B52D-4C64-A18D-BF73A811A050}"/>
    <pc:docChg chg="undo custSel addSld delSld modSld">
      <pc:chgData name="Jack Bond" userId="d0613b4d9d68792d" providerId="LiveId" clId="{5EC4AB4B-B52D-4C64-A18D-BF73A811A050}" dt="2025-08-26T03:05:21.942" v="557"/>
      <pc:docMkLst>
        <pc:docMk/>
      </pc:docMkLst>
      <pc:sldChg chg="del">
        <pc:chgData name="Jack Bond" userId="d0613b4d9d68792d" providerId="LiveId" clId="{5EC4AB4B-B52D-4C64-A18D-BF73A811A050}" dt="2025-08-26T00:24:24.106" v="1" actId="47"/>
        <pc:sldMkLst>
          <pc:docMk/>
          <pc:sldMk cId="2296457534" sldId="269"/>
        </pc:sldMkLst>
      </pc:sldChg>
      <pc:sldChg chg="del">
        <pc:chgData name="Jack Bond" userId="d0613b4d9d68792d" providerId="LiveId" clId="{5EC4AB4B-B52D-4C64-A18D-BF73A811A050}" dt="2025-08-26T00:24:24.106" v="1" actId="47"/>
        <pc:sldMkLst>
          <pc:docMk/>
          <pc:sldMk cId="2868086417" sldId="271"/>
        </pc:sldMkLst>
      </pc:sldChg>
      <pc:sldChg chg="addSp delSp modSp new mod">
        <pc:chgData name="Jack Bond" userId="d0613b4d9d68792d" providerId="LiveId" clId="{5EC4AB4B-B52D-4C64-A18D-BF73A811A050}" dt="2025-08-26T02:48:30.634" v="550" actId="1076"/>
        <pc:sldMkLst>
          <pc:docMk/>
          <pc:sldMk cId="3096770309" sldId="272"/>
        </pc:sldMkLst>
        <pc:spChg chg="add del mod">
          <ac:chgData name="Jack Bond" userId="d0613b4d9d68792d" providerId="LiveId" clId="{5EC4AB4B-B52D-4C64-A18D-BF73A811A050}" dt="2025-08-26T00:35:08.623" v="315" actId="478"/>
          <ac:spMkLst>
            <pc:docMk/>
            <pc:sldMk cId="3096770309" sldId="272"/>
            <ac:spMk id="4" creationId="{7316B430-CE2B-F621-EB1D-F506FB68F61C}"/>
          </ac:spMkLst>
        </pc:spChg>
        <pc:spChg chg="add del mod">
          <ac:chgData name="Jack Bond" userId="d0613b4d9d68792d" providerId="LiveId" clId="{5EC4AB4B-B52D-4C64-A18D-BF73A811A050}" dt="2025-08-26T00:40:15.907" v="414" actId="478"/>
          <ac:spMkLst>
            <pc:docMk/>
            <pc:sldMk cId="3096770309" sldId="272"/>
            <ac:spMk id="5" creationId="{0B90C1C1-21F5-E262-2EB8-1A790B19B055}"/>
          </ac:spMkLst>
        </pc:spChg>
        <pc:spChg chg="add">
          <ac:chgData name="Jack Bond" userId="d0613b4d9d68792d" providerId="LiveId" clId="{5EC4AB4B-B52D-4C64-A18D-BF73A811A050}" dt="2025-08-26T01:15:19.243" v="479"/>
          <ac:spMkLst>
            <pc:docMk/>
            <pc:sldMk cId="3096770309" sldId="272"/>
            <ac:spMk id="11" creationId="{8549CF7F-E504-DDB9-C739-1F4DE9FDEFB7}"/>
          </ac:spMkLst>
        </pc:spChg>
        <pc:spChg chg="add">
          <ac:chgData name="Jack Bond" userId="d0613b4d9d68792d" providerId="LiveId" clId="{5EC4AB4B-B52D-4C64-A18D-BF73A811A050}" dt="2025-08-26T01:15:35.554" v="480"/>
          <ac:spMkLst>
            <pc:docMk/>
            <pc:sldMk cId="3096770309" sldId="272"/>
            <ac:spMk id="12" creationId="{DB7766B2-0B29-AFFB-6C41-F97CCD093283}"/>
          </ac:spMkLst>
        </pc:spChg>
        <pc:grpChg chg="add mod">
          <ac:chgData name="Jack Bond" userId="d0613b4d9d68792d" providerId="LiveId" clId="{5EC4AB4B-B52D-4C64-A18D-BF73A811A050}" dt="2025-08-26T00:45:15.883" v="478" actId="1076"/>
          <ac:grpSpMkLst>
            <pc:docMk/>
            <pc:sldMk cId="3096770309" sldId="272"/>
            <ac:grpSpMk id="10" creationId="{D394A966-B6CA-D0CB-901D-B912A8B12CF0}"/>
          </ac:grpSpMkLst>
        </pc:grpChg>
        <pc:picChg chg="add del mod">
          <ac:chgData name="Jack Bond" userId="d0613b4d9d68792d" providerId="LiveId" clId="{5EC4AB4B-B52D-4C64-A18D-BF73A811A050}" dt="2025-08-26T00:28:52.090" v="52" actId="478"/>
          <ac:picMkLst>
            <pc:docMk/>
            <pc:sldMk cId="3096770309" sldId="272"/>
            <ac:picMk id="2" creationId="{D8A296FC-7952-5379-1F15-F6D1E1F4BF65}"/>
          </ac:picMkLst>
        </pc:picChg>
        <pc:picChg chg="add mod">
          <ac:chgData name="Jack Bond" userId="d0613b4d9d68792d" providerId="LiveId" clId="{5EC4AB4B-B52D-4C64-A18D-BF73A811A050}" dt="2025-08-26T00:34:55.553" v="312" actId="1076"/>
          <ac:picMkLst>
            <pc:docMk/>
            <pc:sldMk cId="3096770309" sldId="272"/>
            <ac:picMk id="3" creationId="{4FA4BE89-E22B-B284-0FC0-E7D9FB050740}"/>
          </ac:picMkLst>
        </pc:picChg>
        <pc:picChg chg="add del mod modCrop">
          <ac:chgData name="Jack Bond" userId="d0613b4d9d68792d" providerId="LiveId" clId="{5EC4AB4B-B52D-4C64-A18D-BF73A811A050}" dt="2025-08-26T00:42:58.205" v="447" actId="478"/>
          <ac:picMkLst>
            <pc:docMk/>
            <pc:sldMk cId="3096770309" sldId="272"/>
            <ac:picMk id="6" creationId="{F2F39B9B-A8DA-C39F-F2E5-6CB40ECEC6E1}"/>
          </ac:picMkLst>
        </pc:picChg>
        <pc:picChg chg="add mod">
          <ac:chgData name="Jack Bond" userId="d0613b4d9d68792d" providerId="LiveId" clId="{5EC4AB4B-B52D-4C64-A18D-BF73A811A050}" dt="2025-08-26T00:45:12.147" v="476" actId="164"/>
          <ac:picMkLst>
            <pc:docMk/>
            <pc:sldMk cId="3096770309" sldId="272"/>
            <ac:picMk id="7" creationId="{B26C975C-E0E2-8B40-424E-F2C4D9004AE6}"/>
          </ac:picMkLst>
        </pc:picChg>
        <pc:picChg chg="add del mod">
          <ac:chgData name="Jack Bond" userId="d0613b4d9d68792d" providerId="LiveId" clId="{5EC4AB4B-B52D-4C64-A18D-BF73A811A050}" dt="2025-08-26T00:44:46.272" v="466" actId="478"/>
          <ac:picMkLst>
            <pc:docMk/>
            <pc:sldMk cId="3096770309" sldId="272"/>
            <ac:picMk id="8" creationId="{1C0F09ED-1ACA-BEE7-0E6E-620650765037}"/>
          </ac:picMkLst>
        </pc:picChg>
        <pc:picChg chg="add mod">
          <ac:chgData name="Jack Bond" userId="d0613b4d9d68792d" providerId="LiveId" clId="{5EC4AB4B-B52D-4C64-A18D-BF73A811A050}" dt="2025-08-26T00:45:12.147" v="476" actId="164"/>
          <ac:picMkLst>
            <pc:docMk/>
            <pc:sldMk cId="3096770309" sldId="272"/>
            <ac:picMk id="9" creationId="{0C1EBAAA-99BB-51B1-22C4-B56FCE1E6699}"/>
          </ac:picMkLst>
        </pc:picChg>
        <pc:picChg chg="add del mod">
          <ac:chgData name="Jack Bond" userId="d0613b4d9d68792d" providerId="LiveId" clId="{5EC4AB4B-B52D-4C64-A18D-BF73A811A050}" dt="2025-08-26T02:41:22.628" v="538" actId="478"/>
          <ac:picMkLst>
            <pc:docMk/>
            <pc:sldMk cId="3096770309" sldId="272"/>
            <ac:picMk id="14" creationId="{A2B41412-A558-975D-7520-D7411D03C6C0}"/>
          </ac:picMkLst>
        </pc:picChg>
        <pc:picChg chg="add del mod modCrop">
          <ac:chgData name="Jack Bond" userId="d0613b4d9d68792d" providerId="LiveId" clId="{5EC4AB4B-B52D-4C64-A18D-BF73A811A050}" dt="2025-08-26T02:38:59.702" v="494" actId="478"/>
          <ac:picMkLst>
            <pc:docMk/>
            <pc:sldMk cId="3096770309" sldId="272"/>
            <ac:picMk id="16" creationId="{8BD26E20-3363-D68B-088C-952BA2795D8C}"/>
          </ac:picMkLst>
        </pc:picChg>
        <pc:picChg chg="add mod">
          <ac:chgData name="Jack Bond" userId="d0613b4d9d68792d" providerId="LiveId" clId="{5EC4AB4B-B52D-4C64-A18D-BF73A811A050}" dt="2025-08-26T02:48:30.634" v="550" actId="1076"/>
          <ac:picMkLst>
            <pc:docMk/>
            <pc:sldMk cId="3096770309" sldId="272"/>
            <ac:picMk id="18" creationId="{A3FE72A6-476D-FF26-FCB7-A360C1655EAB}"/>
          </ac:picMkLst>
        </pc:picChg>
        <pc:picChg chg="add mod">
          <ac:chgData name="Jack Bond" userId="d0613b4d9d68792d" providerId="LiveId" clId="{5EC4AB4B-B52D-4C64-A18D-BF73A811A050}" dt="2025-08-26T02:48:28.622" v="549" actId="1076"/>
          <ac:picMkLst>
            <pc:docMk/>
            <pc:sldMk cId="3096770309" sldId="272"/>
            <ac:picMk id="20" creationId="{E2ABDBCD-044D-8FEC-7BAD-58C6994EA3DB}"/>
          </ac:picMkLst>
        </pc:picChg>
        <pc:picChg chg="add del mod">
          <ac:chgData name="Jack Bond" userId="d0613b4d9d68792d" providerId="LiveId" clId="{5EC4AB4B-B52D-4C64-A18D-BF73A811A050}" dt="2025-08-26T00:28:53.104" v="53" actId="478"/>
          <ac:picMkLst>
            <pc:docMk/>
            <pc:sldMk cId="3096770309" sldId="272"/>
            <ac:picMk id="1026" creationId="{2C6F3A58-DA2D-A77B-AE90-7CAFCEE3F500}"/>
          </ac:picMkLst>
        </pc:picChg>
        <pc:picChg chg="add del mod">
          <ac:chgData name="Jack Bond" userId="d0613b4d9d68792d" providerId="LiveId" clId="{5EC4AB4B-B52D-4C64-A18D-BF73A811A050}" dt="2025-08-26T00:42:58.205" v="447" actId="478"/>
          <ac:picMkLst>
            <pc:docMk/>
            <pc:sldMk cId="3096770309" sldId="272"/>
            <ac:picMk id="1028" creationId="{97AD1DAF-6057-9A1A-F718-AC2F98B04893}"/>
          </ac:picMkLst>
        </pc:picChg>
        <pc:picChg chg="add del mod">
          <ac:chgData name="Jack Bond" userId="d0613b4d9d68792d" providerId="LiveId" clId="{5EC4AB4B-B52D-4C64-A18D-BF73A811A050}" dt="2025-08-26T00:44:46.272" v="466" actId="478"/>
          <ac:picMkLst>
            <pc:docMk/>
            <pc:sldMk cId="3096770309" sldId="272"/>
            <ac:picMk id="1030" creationId="{FAF4EB28-1C95-7881-9F34-F949B389F70C}"/>
          </ac:picMkLst>
        </pc:picChg>
      </pc:sldChg>
      <pc:sldChg chg="addSp modSp new mod">
        <pc:chgData name="Jack Bond" userId="d0613b4d9d68792d" providerId="LiveId" clId="{5EC4AB4B-B52D-4C64-A18D-BF73A811A050}" dt="2025-08-26T03:05:21.942" v="557"/>
        <pc:sldMkLst>
          <pc:docMk/>
          <pc:sldMk cId="3795993947" sldId="273"/>
        </pc:sldMkLst>
        <pc:picChg chg="add mod">
          <ac:chgData name="Jack Bond" userId="d0613b4d9d68792d" providerId="LiveId" clId="{5EC4AB4B-B52D-4C64-A18D-BF73A811A050}" dt="2025-08-26T03:05:21.942" v="557"/>
          <ac:picMkLst>
            <pc:docMk/>
            <pc:sldMk cId="3795993947" sldId="273"/>
            <ac:picMk id="3" creationId="{9E98EC4F-740E-9CC6-26C2-5FD933D77C3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394A966-B6CA-D0CB-901D-B912A8B12CF0}"/>
              </a:ext>
            </a:extLst>
          </p:cNvPr>
          <p:cNvGrpSpPr/>
          <p:nvPr/>
        </p:nvGrpSpPr>
        <p:grpSpPr>
          <a:xfrm>
            <a:off x="512064" y="1503219"/>
            <a:ext cx="2457062" cy="7051962"/>
            <a:chOff x="1115568" y="980984"/>
            <a:chExt cx="2457062" cy="705196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26C975C-E0E2-8B40-424E-F2C4D9004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C73001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115569" y="980984"/>
              <a:ext cx="2457061" cy="36576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C1EBAAA-99BB-51B1-22C4-B56FCE1E6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C73001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 flipV="1">
              <a:off x="1115568" y="4375347"/>
              <a:ext cx="2457061" cy="3657599"/>
            </a:xfrm>
            <a:prstGeom prst="rect">
              <a:avLst/>
            </a:prstGeom>
          </p:spPr>
        </p:pic>
      </p:grpSp>
      <p:pic>
        <p:nvPicPr>
          <p:cNvPr id="18" name="Picture 17" descr="A white card with a bird&#10;&#10;AI-generated content may be incorrect.">
            <a:extLst>
              <a:ext uri="{FF2B5EF4-FFF2-40B4-BE49-F238E27FC236}">
                <a16:creationId xmlns:a16="http://schemas.microsoft.com/office/drawing/2014/main" id="{A3FE72A6-476D-FF26-FCB7-A360C1655E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4897582"/>
            <a:ext cx="3592286" cy="5029200"/>
          </a:xfrm>
          <a:prstGeom prst="rect">
            <a:avLst/>
          </a:prstGeom>
        </p:spPr>
      </p:pic>
      <p:pic>
        <p:nvPicPr>
          <p:cNvPr id="20" name="Picture 19" descr="A white and black card with text and images&#10;&#10;AI-generated content may be incorrect.">
            <a:extLst>
              <a:ext uri="{FF2B5EF4-FFF2-40B4-BE49-F238E27FC236}">
                <a16:creationId xmlns:a16="http://schemas.microsoft.com/office/drawing/2014/main" id="{E2ABDBCD-044D-8FEC-7BAD-58C6994EA3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0"/>
            <a:ext cx="3592286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770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age of a game&#10;&#10;AI-generated content may be incorrect.">
            <a:extLst>
              <a:ext uri="{FF2B5EF4-FFF2-40B4-BE49-F238E27FC236}">
                <a16:creationId xmlns:a16="http://schemas.microsoft.com/office/drawing/2014/main" id="{9E98EC4F-740E-9CC6-26C2-5FD933D77C39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09712"/>
            <a:ext cx="7620000" cy="703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993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1646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12</cp:revision>
  <cp:lastPrinted>2025-07-02T20:13:04Z</cp:lastPrinted>
  <dcterms:created xsi:type="dcterms:W3CDTF">2023-08-15T22:34:31Z</dcterms:created>
  <dcterms:modified xsi:type="dcterms:W3CDTF">2025-08-26T03:05:26Z</dcterms:modified>
</cp:coreProperties>
</file>