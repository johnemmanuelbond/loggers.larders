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  <p:sldId id="278" r:id="rId3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C4FC32-EA96-44B4-96C1-E3A4EF7EDEF6}" v="16" dt="2026-08-02T22:58:03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1" autoAdjust="0"/>
    <p:restoredTop sz="94660"/>
  </p:normalViewPr>
  <p:slideViewPr>
    <p:cSldViewPr snapToGrid="0">
      <p:cViewPr varScale="1">
        <p:scale>
          <a:sx n="48" d="100"/>
          <a:sy n="48" d="100"/>
        </p:scale>
        <p:origin x="19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DAEA3D54-AD02-4E1B-A73A-AB467D915B21}"/>
    <pc:docChg chg="undo custSel addSld delSld modSld sldOrd">
      <pc:chgData name="Jack Bond" userId="d0613b4d9d68792d" providerId="LiveId" clId="{DAEA3D54-AD02-4E1B-A73A-AB467D915B21}" dt="2026-08-02T22:58:12.053" v="1621" actId="1076"/>
      <pc:docMkLst>
        <pc:docMk/>
      </pc:docMkLst>
      <pc:sldChg chg="addSp delSp modSp add mod">
        <pc:chgData name="Jack Bond" userId="d0613b4d9d68792d" providerId="LiveId" clId="{DAEA3D54-AD02-4E1B-A73A-AB467D915B21}" dt="2026-08-02T22:17:32.155" v="1592" actId="21"/>
        <pc:sldMkLst>
          <pc:docMk/>
          <pc:sldMk cId="4132167343" sldId="277"/>
        </pc:sldMkLst>
        <pc:picChg chg="add del mod">
          <ac:chgData name="Jack Bond" userId="d0613b4d9d68792d" providerId="LiveId" clId="{DAEA3D54-AD02-4E1B-A73A-AB467D915B21}" dt="2026-08-02T21:58:08.638" v="1559" actId="478"/>
          <ac:picMkLst>
            <pc:docMk/>
            <pc:sldMk cId="4132167343" sldId="277"/>
            <ac:picMk id="3" creationId="{E77FD966-EDF9-CDDF-DDC7-14D0A740D20F}"/>
          </ac:picMkLst>
        </pc:picChg>
        <pc:picChg chg="add del mod">
          <ac:chgData name="Jack Bond" userId="d0613b4d9d68792d" providerId="LiveId" clId="{DAEA3D54-AD02-4E1B-A73A-AB467D915B21}" dt="2026-08-02T21:58:08.638" v="1559" actId="478"/>
          <ac:picMkLst>
            <pc:docMk/>
            <pc:sldMk cId="4132167343" sldId="277"/>
            <ac:picMk id="5" creationId="{C62EA36E-E22C-8ACB-A7EB-563350FCF1CF}"/>
          </ac:picMkLst>
        </pc:picChg>
        <pc:picChg chg="add mod">
          <ac:chgData name="Jack Bond" userId="d0613b4d9d68792d" providerId="LiveId" clId="{DAEA3D54-AD02-4E1B-A73A-AB467D915B21}" dt="2026-08-02T21:58:52.854" v="1571"/>
          <ac:picMkLst>
            <pc:docMk/>
            <pc:sldMk cId="4132167343" sldId="277"/>
            <ac:picMk id="7" creationId="{E336593B-51AA-34E3-BC2D-0AF7B7C9AB14}"/>
          </ac:picMkLst>
        </pc:picChg>
        <pc:picChg chg="add del mod">
          <ac:chgData name="Jack Bond" userId="d0613b4d9d68792d" providerId="LiveId" clId="{DAEA3D54-AD02-4E1B-A73A-AB467D915B21}" dt="2026-08-02T21:58:38.959" v="1568" actId="478"/>
          <ac:picMkLst>
            <pc:docMk/>
            <pc:sldMk cId="4132167343" sldId="277"/>
            <ac:picMk id="9" creationId="{0A2FDCBC-00BC-29C6-DA72-7E9033FEF984}"/>
          </ac:picMkLst>
        </pc:picChg>
        <pc:picChg chg="add del mod">
          <ac:chgData name="Jack Bond" userId="d0613b4d9d68792d" providerId="LiveId" clId="{DAEA3D54-AD02-4E1B-A73A-AB467D915B21}" dt="2026-08-02T22:17:32.155" v="1592" actId="21"/>
          <ac:picMkLst>
            <pc:docMk/>
            <pc:sldMk cId="4132167343" sldId="277"/>
            <ac:picMk id="10" creationId="{A46ABA80-87B6-5365-415D-D146A0C53E8E}"/>
          </ac:picMkLst>
        </pc:picChg>
      </pc:sldChg>
      <pc:sldChg chg="addSp delSp modSp new mod">
        <pc:chgData name="Jack Bond" userId="d0613b4d9d68792d" providerId="LiveId" clId="{DAEA3D54-AD02-4E1B-A73A-AB467D915B21}" dt="2026-08-02T22:58:12.053" v="1621" actId="1076"/>
        <pc:sldMkLst>
          <pc:docMk/>
          <pc:sldMk cId="2910099394" sldId="278"/>
        </pc:sldMkLst>
        <pc:grpChg chg="add del mod">
          <ac:chgData name="Jack Bond" userId="d0613b4d9d68792d" providerId="LiveId" clId="{DAEA3D54-AD02-4E1B-A73A-AB467D915B21}" dt="2026-08-02T22:18:16.545" v="1599" actId="165"/>
          <ac:grpSpMkLst>
            <pc:docMk/>
            <pc:sldMk cId="2910099394" sldId="278"/>
            <ac:grpSpMk id="6" creationId="{A8690CF8-B6CC-2D74-1C44-29B3A61276DB}"/>
          </ac:grpSpMkLst>
        </pc:grpChg>
        <pc:grpChg chg="add mod">
          <ac:chgData name="Jack Bond" userId="d0613b4d9d68792d" providerId="LiveId" clId="{DAEA3D54-AD02-4E1B-A73A-AB467D915B21}" dt="2026-08-02T22:58:12.053" v="1621" actId="1076"/>
          <ac:grpSpMkLst>
            <pc:docMk/>
            <pc:sldMk cId="2910099394" sldId="278"/>
            <ac:grpSpMk id="11" creationId="{36B21515-AECC-215C-8584-AEAD2815D4AD}"/>
          </ac:grpSpMkLst>
        </pc:grpChg>
        <pc:picChg chg="add mod topLvl">
          <ac:chgData name="Jack Bond" userId="d0613b4d9d68792d" providerId="LiveId" clId="{DAEA3D54-AD02-4E1B-A73A-AB467D915B21}" dt="2026-08-02T22:58:03.690" v="1617" actId="164"/>
          <ac:picMkLst>
            <pc:docMk/>
            <pc:sldMk cId="2910099394" sldId="278"/>
            <ac:picMk id="3" creationId="{D358F318-79B8-E3B7-F1BC-B0A4012D3D35}"/>
          </ac:picMkLst>
        </pc:picChg>
        <pc:picChg chg="add mod topLvl">
          <ac:chgData name="Jack Bond" userId="d0613b4d9d68792d" providerId="LiveId" clId="{DAEA3D54-AD02-4E1B-A73A-AB467D915B21}" dt="2026-08-02T22:58:03.690" v="1617" actId="164"/>
          <ac:picMkLst>
            <pc:docMk/>
            <pc:sldMk cId="2910099394" sldId="278"/>
            <ac:picMk id="5" creationId="{30C5D1A7-117C-67CA-F01C-80C3BE6B2CEA}"/>
          </ac:picMkLst>
        </pc:picChg>
        <pc:picChg chg="add del mod">
          <ac:chgData name="Jack Bond" userId="d0613b4d9d68792d" providerId="LiveId" clId="{DAEA3D54-AD02-4E1B-A73A-AB467D915B21}" dt="2026-08-02T22:17:31.418" v="1591" actId="22"/>
          <ac:picMkLst>
            <pc:docMk/>
            <pc:sldMk cId="2910099394" sldId="278"/>
            <ac:picMk id="8" creationId="{E426A030-FB7F-9F16-2BCE-2348017A08F8}"/>
          </ac:picMkLst>
        </pc:picChg>
        <pc:picChg chg="add mod">
          <ac:chgData name="Jack Bond" userId="d0613b4d9d68792d" providerId="LiveId" clId="{DAEA3D54-AD02-4E1B-A73A-AB467D915B21}" dt="2026-08-02T22:58:03.690" v="1617" actId="164"/>
          <ac:picMkLst>
            <pc:docMk/>
            <pc:sldMk cId="2910099394" sldId="278"/>
            <ac:picMk id="10" creationId="{190373A0-CF61-FE30-4AD7-DFB72383376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9D43E-791D-1E72-B7C5-770A78B7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36593B-51AA-34E3-BC2D-0AF7B7C9AB1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381787"/>
            <a:ext cx="7010400" cy="55645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6ABA80-87B6-5365-415D-D146A0C53E8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5946292"/>
            <a:ext cx="7010400" cy="407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67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21515-AECC-215C-8584-AEAD2815D4AD}"/>
              </a:ext>
            </a:extLst>
          </p:cNvPr>
          <p:cNvGrpSpPr/>
          <p:nvPr/>
        </p:nvGrpSpPr>
        <p:grpSpPr>
          <a:xfrm>
            <a:off x="672124" y="1147505"/>
            <a:ext cx="6428151" cy="8711821"/>
            <a:chOff x="449727" y="575229"/>
            <a:chExt cx="7024878" cy="952054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358F318-79B8-E3B7-F1BC-B0A4012D3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brightnessContrast bright="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727" y="575229"/>
              <a:ext cx="3512439" cy="486472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0C5D1A7-117C-67CA-F01C-80C3BE6B2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brightnessContrast bright="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2166" y="575229"/>
              <a:ext cx="3512439" cy="521597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90373A0-CF61-FE30-4AD7-DFB723833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727" y="5731566"/>
              <a:ext cx="7024878" cy="43642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0099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10300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2026-08-02T22:58:14Z</dcterms:modified>
</cp:coreProperties>
</file>