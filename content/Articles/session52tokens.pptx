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77" r:id="rId2"/>
    <p:sldId id="278" r:id="rId3"/>
  </p:sldIdLst>
  <p:sldSz cx="7772400" cy="100584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0000"/>
    <a:srgbClr val="C7300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C4FC32-EA96-44B4-96C1-E3A4EF7EDEF6}" v="12" dt="2026-08-02T22:18:39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01" autoAdjust="0"/>
    <p:restoredTop sz="94660"/>
  </p:normalViewPr>
  <p:slideViewPr>
    <p:cSldViewPr snapToGrid="0">
      <p:cViewPr varScale="1">
        <p:scale>
          <a:sx n="48" d="100"/>
          <a:sy n="48" d="100"/>
        </p:scale>
        <p:origin x="190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ck Bond" userId="d0613b4d9d68792d" providerId="LiveId" clId="{DAEA3D54-AD02-4E1B-A73A-AB467D915B21}"/>
    <pc:docChg chg="undo custSel addSld delSld modSld sldOrd">
      <pc:chgData name="Jack Bond" userId="d0613b4d9d68792d" providerId="LiveId" clId="{DAEA3D54-AD02-4E1B-A73A-AB467D915B21}" dt="2026-08-02T22:18:39.620" v="1607"/>
      <pc:docMkLst>
        <pc:docMk/>
      </pc:docMkLst>
      <pc:sldChg chg="addSp delSp modSp add mod">
        <pc:chgData name="Jack Bond" userId="d0613b4d9d68792d" providerId="LiveId" clId="{DAEA3D54-AD02-4E1B-A73A-AB467D915B21}" dt="2026-08-02T22:17:32.155" v="1592" actId="21"/>
        <pc:sldMkLst>
          <pc:docMk/>
          <pc:sldMk cId="4132167343" sldId="277"/>
        </pc:sldMkLst>
        <pc:picChg chg="add del mod">
          <ac:chgData name="Jack Bond" userId="d0613b4d9d68792d" providerId="LiveId" clId="{DAEA3D54-AD02-4E1B-A73A-AB467D915B21}" dt="2026-08-02T21:58:08.638" v="1559" actId="478"/>
          <ac:picMkLst>
            <pc:docMk/>
            <pc:sldMk cId="4132167343" sldId="277"/>
            <ac:picMk id="3" creationId="{E77FD966-EDF9-CDDF-DDC7-14D0A740D20F}"/>
          </ac:picMkLst>
        </pc:picChg>
        <pc:picChg chg="add del mod">
          <ac:chgData name="Jack Bond" userId="d0613b4d9d68792d" providerId="LiveId" clId="{DAEA3D54-AD02-4E1B-A73A-AB467D915B21}" dt="2026-08-02T21:58:08.638" v="1559" actId="478"/>
          <ac:picMkLst>
            <pc:docMk/>
            <pc:sldMk cId="4132167343" sldId="277"/>
            <ac:picMk id="5" creationId="{C62EA36E-E22C-8ACB-A7EB-563350FCF1CF}"/>
          </ac:picMkLst>
        </pc:picChg>
        <pc:picChg chg="add mod">
          <ac:chgData name="Jack Bond" userId="d0613b4d9d68792d" providerId="LiveId" clId="{DAEA3D54-AD02-4E1B-A73A-AB467D915B21}" dt="2026-08-02T21:58:52.854" v="1571"/>
          <ac:picMkLst>
            <pc:docMk/>
            <pc:sldMk cId="4132167343" sldId="277"/>
            <ac:picMk id="7" creationId="{E336593B-51AA-34E3-BC2D-0AF7B7C9AB14}"/>
          </ac:picMkLst>
        </pc:picChg>
        <pc:picChg chg="add del mod">
          <ac:chgData name="Jack Bond" userId="d0613b4d9d68792d" providerId="LiveId" clId="{DAEA3D54-AD02-4E1B-A73A-AB467D915B21}" dt="2026-08-02T21:58:38.959" v="1568" actId="478"/>
          <ac:picMkLst>
            <pc:docMk/>
            <pc:sldMk cId="4132167343" sldId="277"/>
            <ac:picMk id="9" creationId="{0A2FDCBC-00BC-29C6-DA72-7E9033FEF984}"/>
          </ac:picMkLst>
        </pc:picChg>
        <pc:picChg chg="add del mod">
          <ac:chgData name="Jack Bond" userId="d0613b4d9d68792d" providerId="LiveId" clId="{DAEA3D54-AD02-4E1B-A73A-AB467D915B21}" dt="2026-08-02T22:17:32.155" v="1592" actId="21"/>
          <ac:picMkLst>
            <pc:docMk/>
            <pc:sldMk cId="4132167343" sldId="277"/>
            <ac:picMk id="10" creationId="{A46ABA80-87B6-5365-415D-D146A0C53E8E}"/>
          </ac:picMkLst>
        </pc:picChg>
      </pc:sldChg>
      <pc:sldChg chg="addSp delSp modSp new mod">
        <pc:chgData name="Jack Bond" userId="d0613b4d9d68792d" providerId="LiveId" clId="{DAEA3D54-AD02-4E1B-A73A-AB467D915B21}" dt="2026-08-02T22:18:39.620" v="1607"/>
        <pc:sldMkLst>
          <pc:docMk/>
          <pc:sldMk cId="2910099394" sldId="278"/>
        </pc:sldMkLst>
        <pc:grpChg chg="add del mod">
          <ac:chgData name="Jack Bond" userId="d0613b4d9d68792d" providerId="LiveId" clId="{DAEA3D54-AD02-4E1B-A73A-AB467D915B21}" dt="2026-08-02T22:18:16.545" v="1599" actId="165"/>
          <ac:grpSpMkLst>
            <pc:docMk/>
            <pc:sldMk cId="2910099394" sldId="278"/>
            <ac:grpSpMk id="6" creationId="{A8690CF8-B6CC-2D74-1C44-29B3A61276DB}"/>
          </ac:grpSpMkLst>
        </pc:grpChg>
        <pc:picChg chg="add mod topLvl">
          <ac:chgData name="Jack Bond" userId="d0613b4d9d68792d" providerId="LiveId" clId="{DAEA3D54-AD02-4E1B-A73A-AB467D915B21}" dt="2026-08-02T22:18:35.136" v="1605"/>
          <ac:picMkLst>
            <pc:docMk/>
            <pc:sldMk cId="2910099394" sldId="278"/>
            <ac:picMk id="3" creationId="{D358F318-79B8-E3B7-F1BC-B0A4012D3D35}"/>
          </ac:picMkLst>
        </pc:picChg>
        <pc:picChg chg="add mod topLvl">
          <ac:chgData name="Jack Bond" userId="d0613b4d9d68792d" providerId="LiveId" clId="{DAEA3D54-AD02-4E1B-A73A-AB467D915B21}" dt="2026-08-02T22:18:39.620" v="1607"/>
          <ac:picMkLst>
            <pc:docMk/>
            <pc:sldMk cId="2910099394" sldId="278"/>
            <ac:picMk id="5" creationId="{30C5D1A7-117C-67CA-F01C-80C3BE6B2CEA}"/>
          </ac:picMkLst>
        </pc:picChg>
        <pc:picChg chg="add del mod">
          <ac:chgData name="Jack Bond" userId="d0613b4d9d68792d" providerId="LiveId" clId="{DAEA3D54-AD02-4E1B-A73A-AB467D915B21}" dt="2026-08-02T22:17:31.418" v="1591" actId="22"/>
          <ac:picMkLst>
            <pc:docMk/>
            <pc:sldMk cId="2910099394" sldId="278"/>
            <ac:picMk id="8" creationId="{E426A030-FB7F-9F16-2BCE-2348017A08F8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3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0"/>
            </a:lvl1pPr>
            <a:lvl2pPr marL="388620" indent="0" algn="ctr">
              <a:buNone/>
              <a:defRPr sz="1700"/>
            </a:lvl2pPr>
            <a:lvl3pPr marL="777240" indent="0" algn="ctr">
              <a:buNone/>
              <a:defRPr sz="1530"/>
            </a:lvl3pPr>
            <a:lvl4pPr marL="1165860" indent="0" algn="ctr">
              <a:buNone/>
              <a:defRPr sz="1360"/>
            </a:lvl4pPr>
            <a:lvl5pPr marL="1554480" indent="0" algn="ctr">
              <a:buNone/>
              <a:defRPr sz="1360"/>
            </a:lvl5pPr>
            <a:lvl6pPr marL="1943100" indent="0" algn="ctr">
              <a:buNone/>
              <a:defRPr sz="1360"/>
            </a:lvl6pPr>
            <a:lvl7pPr marL="2331720" indent="0" algn="ctr">
              <a:buNone/>
              <a:defRPr sz="1360"/>
            </a:lvl7pPr>
            <a:lvl8pPr marL="2720340" indent="0" algn="ctr">
              <a:buNone/>
              <a:defRPr sz="1360"/>
            </a:lvl8pPr>
            <a:lvl9pPr marL="3108960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0920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2878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5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5" y="6731215"/>
            <a:ext cx="6703695" cy="2200274"/>
          </a:xfrm>
        </p:spPr>
        <p:txBody>
          <a:bodyPr/>
          <a:lstStyle>
            <a:lvl1pPr marL="0" indent="0">
              <a:buNone/>
              <a:defRPr sz="2040">
                <a:solidFill>
                  <a:schemeClr val="tx1"/>
                </a:solidFill>
              </a:defRPr>
            </a:lvl1pPr>
            <a:lvl2pPr marL="388620" indent="0">
              <a:buNone/>
              <a:defRPr sz="1700">
                <a:solidFill>
                  <a:schemeClr val="tx1">
                    <a:tint val="75000"/>
                  </a:schemeClr>
                </a:solidFill>
              </a:defRPr>
            </a:lvl2pPr>
            <a:lvl3pPr marL="777240" indent="0">
              <a:buNone/>
              <a:defRPr sz="1530">
                <a:solidFill>
                  <a:schemeClr val="tx1">
                    <a:tint val="75000"/>
                  </a:schemeClr>
                </a:solidFill>
              </a:defRPr>
            </a:lvl3pPr>
            <a:lvl4pPr marL="11658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4pPr>
            <a:lvl5pPr marL="155448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5pPr>
            <a:lvl6pPr marL="194310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6pPr>
            <a:lvl7pPr marL="233172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7pPr>
            <a:lvl8pPr marL="272034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8pPr>
            <a:lvl9pPr marL="3108960" indent="0">
              <a:buNone/>
              <a:defRPr sz="136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173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4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9428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535519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6" y="2465706"/>
            <a:ext cx="3288089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6" y="3674110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6"/>
            <a:ext cx="3304282" cy="1208404"/>
          </a:xfrm>
        </p:spPr>
        <p:txBody>
          <a:bodyPr anchor="b"/>
          <a:lstStyle>
            <a:lvl1pPr marL="0" indent="0">
              <a:buNone/>
              <a:defRPr sz="2040" b="1"/>
            </a:lvl1pPr>
            <a:lvl2pPr marL="388620" indent="0">
              <a:buNone/>
              <a:defRPr sz="1700" b="1"/>
            </a:lvl2pPr>
            <a:lvl3pPr marL="777240" indent="0">
              <a:buNone/>
              <a:defRPr sz="1530" b="1"/>
            </a:lvl3pPr>
            <a:lvl4pPr marL="1165860" indent="0">
              <a:buNone/>
              <a:defRPr sz="1360" b="1"/>
            </a:lvl4pPr>
            <a:lvl5pPr marL="1554480" indent="0">
              <a:buNone/>
              <a:defRPr sz="1360" b="1"/>
            </a:lvl5pPr>
            <a:lvl6pPr marL="1943100" indent="0">
              <a:buNone/>
              <a:defRPr sz="1360" b="1"/>
            </a:lvl6pPr>
            <a:lvl7pPr marL="2331720" indent="0">
              <a:buNone/>
              <a:defRPr sz="1360" b="1"/>
            </a:lvl7pPr>
            <a:lvl8pPr marL="2720340" indent="0">
              <a:buNone/>
              <a:defRPr sz="1360" b="1"/>
            </a:lvl8pPr>
            <a:lvl9pPr marL="3108960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0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408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039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134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6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0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4895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5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6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20" indent="0">
              <a:buNone/>
              <a:defRPr sz="2380"/>
            </a:lvl2pPr>
            <a:lvl3pPr marL="777240" indent="0">
              <a:buNone/>
              <a:defRPr sz="2040"/>
            </a:lvl3pPr>
            <a:lvl4pPr marL="1165860" indent="0">
              <a:buNone/>
              <a:defRPr sz="1700"/>
            </a:lvl4pPr>
            <a:lvl5pPr marL="1554480" indent="0">
              <a:buNone/>
              <a:defRPr sz="1700"/>
            </a:lvl5pPr>
            <a:lvl6pPr marL="1943100" indent="0">
              <a:buNone/>
              <a:defRPr sz="1700"/>
            </a:lvl6pPr>
            <a:lvl7pPr marL="2331720" indent="0">
              <a:buNone/>
              <a:defRPr sz="1700"/>
            </a:lvl7pPr>
            <a:lvl8pPr marL="2720340" indent="0">
              <a:buNone/>
              <a:defRPr sz="1700"/>
            </a:lvl8pPr>
            <a:lvl9pPr marL="3108960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5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20" indent="0">
              <a:buNone/>
              <a:defRPr sz="1190"/>
            </a:lvl2pPr>
            <a:lvl3pPr marL="777240" indent="0">
              <a:buNone/>
              <a:defRPr sz="1020"/>
            </a:lvl3pPr>
            <a:lvl4pPr marL="1165860" indent="0">
              <a:buNone/>
              <a:defRPr sz="850"/>
            </a:lvl4pPr>
            <a:lvl5pPr marL="1554480" indent="0">
              <a:buNone/>
              <a:defRPr sz="850"/>
            </a:lvl5pPr>
            <a:lvl6pPr marL="1943100" indent="0">
              <a:buNone/>
              <a:defRPr sz="850"/>
            </a:lvl6pPr>
            <a:lvl7pPr marL="2331720" indent="0">
              <a:buNone/>
              <a:defRPr sz="850"/>
            </a:lvl7pPr>
            <a:lvl8pPr marL="2720340" indent="0">
              <a:buNone/>
              <a:defRPr sz="850"/>
            </a:lvl8pPr>
            <a:lvl9pPr marL="3108960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618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484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4BEB1E-4C7A-4CCA-99B1-324C18C730E6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41249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3" y="535519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3" y="2677584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4BEB1E-4C7A-4CCA-99B1-324C18C730E6}" type="datetimeFigureOut">
              <a:rPr lang="en-US" smtClean="0"/>
              <a:t>8/2/2026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08" y="9322649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49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1FB4B3-9B17-4EFC-A834-9A8EAB9166E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33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7724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0" indent="-194310" algn="l" defTabSz="77724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0" kern="1200">
          <a:solidFill>
            <a:schemeClr val="tx1"/>
          </a:solidFill>
          <a:latin typeface="+mn-lt"/>
          <a:ea typeface="+mn-ea"/>
          <a:cs typeface="+mn-cs"/>
        </a:defRPr>
      </a:lvl2pPr>
      <a:lvl3pPr marL="9715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1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79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1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03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65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270" indent="-194310" algn="l" defTabSz="77724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8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0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72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34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8960" algn="l" defTabSz="77724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5" Type="http://schemas.microsoft.com/office/2007/relationships/hdphoto" Target="../media/hdphoto4.wdp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19D43E-791D-1E72-B7C5-770A78B75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336593B-51AA-34E3-BC2D-0AF7B7C9AB1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99" y="381787"/>
            <a:ext cx="7010400" cy="556450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46ABA80-87B6-5365-415D-D146A0C53E8E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brightnessContrast bright="40000" contrast="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999" y="5946292"/>
            <a:ext cx="7010400" cy="407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1673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358F318-79B8-E3B7-F1BC-B0A4012D3D35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7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  <a14:imgEffect>
                      <a14:brightnessContrast bright="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9727" y="1529385"/>
            <a:ext cx="3512439" cy="48647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0C5D1A7-117C-67CA-F01C-80C3BE6B2CEA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75000"/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harpenSoften amount="50000"/>
                    </a14:imgEffect>
                    <a14:imgEffect>
                      <a14:brightnessContrast bright="4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2166" y="1529385"/>
            <a:ext cx="3512439" cy="5215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0993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 2013 - 2022</Template>
  <TotalTime>10261</TotalTime>
  <Words>0</Words>
  <Application>Microsoft Office PowerPoint</Application>
  <PresentationFormat>Custom</PresentationFormat>
  <Paragraphs>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John Bond</dc:creator>
  <cp:lastModifiedBy>Jack Bond</cp:lastModifiedBy>
  <cp:revision>12</cp:revision>
  <cp:lastPrinted>2025-07-02T20:13:04Z</cp:lastPrinted>
  <dcterms:created xsi:type="dcterms:W3CDTF">2023-08-15T22:34:31Z</dcterms:created>
  <dcterms:modified xsi:type="dcterms:W3CDTF">2026-08-02T22:18:46Z</dcterms:modified>
</cp:coreProperties>
</file>