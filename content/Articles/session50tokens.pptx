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274" r:id="rId3"/>
    <p:sldId id="278" r:id="rId4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0897E5-7308-43EC-A3EF-9BA8124AEF7A}" v="19" dt="2026-07-07T15:46:58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 autoAdjust="0"/>
    <p:restoredTop sz="94660"/>
  </p:normalViewPr>
  <p:slideViewPr>
    <p:cSldViewPr snapToGrid="0">
      <p:cViewPr>
        <p:scale>
          <a:sx n="50" d="100"/>
          <a:sy n="50" d="100"/>
        </p:scale>
        <p:origin x="1860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 sldOrd">
      <pc:chgData name="Jack Bond" userId="d0613b4d9d68792d" providerId="LiveId" clId="{DAEA3D54-AD02-4E1B-A73A-AB467D915B21}" dt="2026-07-07T17:02:00.616" v="1500" actId="1076"/>
      <pc:docMkLst>
        <pc:docMk/>
      </pc:docMkLst>
      <pc:sldChg chg="addSp delSp modSp add del mod ord">
        <pc:chgData name="Jack Bond" userId="d0613b4d9d68792d" providerId="LiveId" clId="{DAEA3D54-AD02-4E1B-A73A-AB467D915B21}" dt="2026-07-07T17:02:00.616" v="1500" actId="1076"/>
        <pc:sldMkLst>
          <pc:docMk/>
          <pc:sldMk cId="3346064594" sldId="274"/>
        </pc:sldMkLst>
        <pc:picChg chg="add del mod">
          <ac:chgData name="Jack Bond" userId="d0613b4d9d68792d" providerId="LiveId" clId="{DAEA3D54-AD02-4E1B-A73A-AB467D915B21}" dt="2026-07-07T02:54:25.395" v="1441" actId="21"/>
          <ac:picMkLst>
            <pc:docMk/>
            <pc:sldMk cId="3346064594" sldId="274"/>
            <ac:picMk id="3" creationId="{B09A6AE4-E0C1-C512-691A-67416B2D6C5B}"/>
          </ac:picMkLst>
        </pc:picChg>
        <pc:picChg chg="add mod">
          <ac:chgData name="Jack Bond" userId="d0613b4d9d68792d" providerId="LiveId" clId="{DAEA3D54-AD02-4E1B-A73A-AB467D915B21}" dt="2026-07-07T17:02:00.616" v="1500" actId="1076"/>
          <ac:picMkLst>
            <pc:docMk/>
            <pc:sldMk cId="3346064594" sldId="274"/>
            <ac:picMk id="3" creationId="{EE879543-D4F7-19CE-0888-65565FADE43A}"/>
          </ac:picMkLst>
        </pc:picChg>
        <pc:picChg chg="add mod">
          <ac:chgData name="Jack Bond" userId="d0613b4d9d68792d" providerId="LiveId" clId="{DAEA3D54-AD02-4E1B-A73A-AB467D915B21}" dt="2026-07-07T03:03:59.971" v="1454" actId="1076"/>
          <ac:picMkLst>
            <pc:docMk/>
            <pc:sldMk cId="3346064594" sldId="274"/>
            <ac:picMk id="5" creationId="{4A043231-8AE1-3431-A49A-795D6E5178C4}"/>
          </ac:picMkLst>
        </pc:picChg>
        <pc:picChg chg="add mod">
          <ac:chgData name="Jack Bond" userId="d0613b4d9d68792d" providerId="LiveId" clId="{DAEA3D54-AD02-4E1B-A73A-AB467D915B21}" dt="2026-07-07T03:03:59.971" v="1454" actId="1076"/>
          <ac:picMkLst>
            <pc:docMk/>
            <pc:sldMk cId="3346064594" sldId="274"/>
            <ac:picMk id="7" creationId="{6F6ADBD6-8AC6-49D6-4A97-149082FA2E76}"/>
          </ac:picMkLst>
        </pc:picChg>
        <pc:picChg chg="del">
          <ac:chgData name="Jack Bond" userId="d0613b4d9d68792d" providerId="LiveId" clId="{DAEA3D54-AD02-4E1B-A73A-AB467D915B21}" dt="2026-07-07T02:54:29.080" v="1442" actId="478"/>
          <ac:picMkLst>
            <pc:docMk/>
            <pc:sldMk cId="3346064594" sldId="274"/>
            <ac:picMk id="8" creationId="{BA7F8E22-76BD-475F-72C0-5F52AB0820D5}"/>
          </ac:picMkLst>
        </pc:picChg>
        <pc:picChg chg="add del mod">
          <ac:chgData name="Jack Bond" userId="d0613b4d9d68792d" providerId="LiveId" clId="{DAEA3D54-AD02-4E1B-A73A-AB467D915B21}" dt="2026-07-07T03:04:02.384" v="1455" actId="478"/>
          <ac:picMkLst>
            <pc:docMk/>
            <pc:sldMk cId="3346064594" sldId="274"/>
            <ac:picMk id="10" creationId="{328CDCE0-BCDF-71DF-1F8C-716E9F970863}"/>
          </ac:picMkLst>
        </pc:picChg>
        <pc:picChg chg="add del mod">
          <ac:chgData name="Jack Bond" userId="d0613b4d9d68792d" providerId="LiveId" clId="{DAEA3D54-AD02-4E1B-A73A-AB467D915B21}" dt="2026-07-07T03:04:02.384" v="1455" actId="478"/>
          <ac:picMkLst>
            <pc:docMk/>
            <pc:sldMk cId="3346064594" sldId="274"/>
            <ac:picMk id="12" creationId="{92155763-DA77-9EE0-8B4A-A16ADFA586F4}"/>
          </ac:picMkLst>
        </pc:picChg>
        <pc:picChg chg="add del mod">
          <ac:chgData name="Jack Bond" userId="d0613b4d9d68792d" providerId="LiveId" clId="{DAEA3D54-AD02-4E1B-A73A-AB467D915B21}" dt="2026-07-07T03:18:27.461" v="1463" actId="478"/>
          <ac:picMkLst>
            <pc:docMk/>
            <pc:sldMk cId="3346064594" sldId="274"/>
            <ac:picMk id="14" creationId="{06C55566-C447-124F-2792-71C1E78F0FCD}"/>
          </ac:picMkLst>
        </pc:picChg>
        <pc:picChg chg="del">
          <ac:chgData name="Jack Bond" userId="d0613b4d9d68792d" providerId="LiveId" clId="{DAEA3D54-AD02-4E1B-A73A-AB467D915B21}" dt="2026-07-07T02:54:29.080" v="1442" actId="478"/>
          <ac:picMkLst>
            <pc:docMk/>
            <pc:sldMk cId="3346064594" sldId="274"/>
            <ac:picMk id="15" creationId="{96CE7CAB-7429-18A0-5D81-50749E214FFE}"/>
          </ac:picMkLst>
        </pc:picChg>
        <pc:picChg chg="del">
          <ac:chgData name="Jack Bond" userId="d0613b4d9d68792d" providerId="LiveId" clId="{DAEA3D54-AD02-4E1B-A73A-AB467D915B21}" dt="2026-07-07T02:54:29.080" v="1442" actId="478"/>
          <ac:picMkLst>
            <pc:docMk/>
            <pc:sldMk cId="3346064594" sldId="274"/>
            <ac:picMk id="16" creationId="{696E8E91-5EA1-36DE-77E8-55D7C8E29B4B}"/>
          </ac:picMkLst>
        </pc:picChg>
        <pc:picChg chg="add mod">
          <ac:chgData name="Jack Bond" userId="d0613b4d9d68792d" providerId="LiveId" clId="{DAEA3D54-AD02-4E1B-A73A-AB467D915B21}" dt="2026-07-07T03:18:34.149" v="1466" actId="1076"/>
          <ac:picMkLst>
            <pc:docMk/>
            <pc:sldMk cId="3346064594" sldId="274"/>
            <ac:picMk id="18" creationId="{71EF375B-94B5-E6D5-B53E-5BF9C938AC3F}"/>
          </ac:picMkLst>
        </pc:picChg>
        <pc:picChg chg="add del mod">
          <ac:chgData name="Jack Bond" userId="d0613b4d9d68792d" providerId="LiveId" clId="{DAEA3D54-AD02-4E1B-A73A-AB467D915B21}" dt="2026-07-07T16:56:15.845" v="1496" actId="478"/>
          <ac:picMkLst>
            <pc:docMk/>
            <pc:sldMk cId="3346064594" sldId="274"/>
            <ac:picMk id="20" creationId="{F49E8AB8-A31D-0D29-0D13-0EA793FD5443}"/>
          </ac:picMkLst>
        </pc:picChg>
        <pc:picChg chg="del">
          <ac:chgData name="Jack Bond" userId="d0613b4d9d68792d" providerId="LiveId" clId="{DAEA3D54-AD02-4E1B-A73A-AB467D915B21}" dt="2026-07-07T02:54:29.080" v="1442" actId="478"/>
          <ac:picMkLst>
            <pc:docMk/>
            <pc:sldMk cId="3346064594" sldId="274"/>
            <ac:picMk id="1026" creationId="{0CBBD0EF-0921-2C2E-0223-5EA6289F31F2}"/>
          </ac:picMkLst>
        </pc:picChg>
      </pc:sldChg>
      <pc:sldChg chg="add del">
        <pc:chgData name="Jack Bond" userId="d0613b4d9d68792d" providerId="LiveId" clId="{DAEA3D54-AD02-4E1B-A73A-AB467D915B21}" dt="2026-07-07T02:44:03.159" v="1340" actId="47"/>
        <pc:sldMkLst>
          <pc:docMk/>
          <pc:sldMk cId="4159412943" sldId="275"/>
        </pc:sldMkLst>
      </pc:sldChg>
      <pc:sldChg chg="addSp delSp modSp new del mod">
        <pc:chgData name="Jack Bond" userId="d0613b4d9d68792d" providerId="LiveId" clId="{DAEA3D54-AD02-4E1B-A73A-AB467D915B21}" dt="2026-07-07T02:49:30.424" v="1398" actId="47"/>
        <pc:sldMkLst>
          <pc:docMk/>
          <pc:sldMk cId="1962769022" sldId="276"/>
        </pc:sldMkLst>
        <pc:grpChg chg="add del mod">
          <ac:chgData name="Jack Bond" userId="d0613b4d9d68792d" providerId="LiveId" clId="{DAEA3D54-AD02-4E1B-A73A-AB467D915B21}" dt="2026-07-07T02:43:51.467" v="1332" actId="165"/>
          <ac:grpSpMkLst>
            <pc:docMk/>
            <pc:sldMk cId="1962769022" sldId="276"/>
            <ac:grpSpMk id="8" creationId="{79AE5A09-442B-9AD5-486C-22E4674E5B56}"/>
          </ac:grpSpMkLst>
        </pc:grpChg>
        <pc:picChg chg="add mod topLvl">
          <ac:chgData name="Jack Bond" userId="d0613b4d9d68792d" providerId="LiveId" clId="{DAEA3D54-AD02-4E1B-A73A-AB467D915B21}" dt="2026-07-07T02:45:26.385" v="1359" actId="1076"/>
          <ac:picMkLst>
            <pc:docMk/>
            <pc:sldMk cId="1962769022" sldId="276"/>
            <ac:picMk id="3" creationId="{46CA782A-7357-A7FA-D5D7-0853713A3EB3}"/>
          </ac:picMkLst>
        </pc:picChg>
        <pc:picChg chg="add del mod topLvl">
          <ac:chgData name="Jack Bond" userId="d0613b4d9d68792d" providerId="LiveId" clId="{DAEA3D54-AD02-4E1B-A73A-AB467D915B21}" dt="2026-07-07T02:43:54.274" v="1333" actId="478"/>
          <ac:picMkLst>
            <pc:docMk/>
            <pc:sldMk cId="1962769022" sldId="276"/>
            <ac:picMk id="5" creationId="{DAF95DDA-9376-BD55-99DD-DD705DABF019}"/>
          </ac:picMkLst>
        </pc:picChg>
        <pc:picChg chg="add mod topLvl">
          <ac:chgData name="Jack Bond" userId="d0613b4d9d68792d" providerId="LiveId" clId="{DAEA3D54-AD02-4E1B-A73A-AB467D915B21}" dt="2026-07-07T02:43:51.467" v="1332" actId="165"/>
          <ac:picMkLst>
            <pc:docMk/>
            <pc:sldMk cId="1962769022" sldId="276"/>
            <ac:picMk id="7" creationId="{FCE4A623-65B6-2900-3252-3CC5EC8D21B6}"/>
          </ac:picMkLst>
        </pc:picChg>
        <pc:picChg chg="add del mod">
          <ac:chgData name="Jack Bond" userId="d0613b4d9d68792d" providerId="LiveId" clId="{DAEA3D54-AD02-4E1B-A73A-AB467D915B21}" dt="2026-07-07T02:44:53.998" v="1356" actId="21"/>
          <ac:picMkLst>
            <pc:docMk/>
            <pc:sldMk cId="1962769022" sldId="276"/>
            <ac:picMk id="10" creationId="{32624EDC-274E-771B-8897-C7447EDCDED9}"/>
          </ac:picMkLst>
        </pc:picChg>
        <pc:picChg chg="add del mod">
          <ac:chgData name="Jack Bond" userId="d0613b4d9d68792d" providerId="LiveId" clId="{DAEA3D54-AD02-4E1B-A73A-AB467D915B21}" dt="2026-07-07T02:45:39.051" v="1365" actId="21"/>
          <ac:picMkLst>
            <pc:docMk/>
            <pc:sldMk cId="1962769022" sldId="276"/>
            <ac:picMk id="12" creationId="{F1D6F1F5-516A-B8F4-9B78-B1784ED46CBC}"/>
          </ac:picMkLst>
        </pc:picChg>
      </pc:sldChg>
      <pc:sldChg chg="delSp add del mod">
        <pc:chgData name="Jack Bond" userId="d0613b4d9d68792d" providerId="LiveId" clId="{DAEA3D54-AD02-4E1B-A73A-AB467D915B21}" dt="2026-07-07T02:43:23.545" v="1318" actId="47"/>
        <pc:sldMkLst>
          <pc:docMk/>
          <pc:sldMk cId="3864465760" sldId="277"/>
        </pc:sldMkLst>
        <pc:grpChg chg="del">
          <ac:chgData name="Jack Bond" userId="d0613b4d9d68792d" providerId="LiveId" clId="{DAEA3D54-AD02-4E1B-A73A-AB467D915B21}" dt="2026-07-07T02:43:07.164" v="1314" actId="478"/>
          <ac:grpSpMkLst>
            <pc:docMk/>
            <pc:sldMk cId="3864465760" sldId="277"/>
            <ac:grpSpMk id="8" creationId="{BE38D408-C32A-5FD6-46AC-EBB347A24C57}"/>
          </ac:grpSpMkLst>
        </pc:grpChg>
      </pc:sldChg>
      <pc:sldChg chg="addSp delSp modSp add mod">
        <pc:chgData name="Jack Bond" userId="d0613b4d9d68792d" providerId="LiveId" clId="{DAEA3D54-AD02-4E1B-A73A-AB467D915B21}" dt="2026-07-07T02:53:52.203" v="1436" actId="1366"/>
        <pc:sldMkLst>
          <pc:docMk/>
          <pc:sldMk cId="4132167343" sldId="277"/>
        </pc:sldMkLst>
        <pc:grpChg chg="del">
          <ac:chgData name="Jack Bond" userId="d0613b4d9d68792d" providerId="LiveId" clId="{DAEA3D54-AD02-4E1B-A73A-AB467D915B21}" dt="2026-07-07T02:43:47.160" v="1331" actId="165"/>
          <ac:grpSpMkLst>
            <pc:docMk/>
            <pc:sldMk cId="4132167343" sldId="277"/>
            <ac:grpSpMk id="8" creationId="{C903A9BD-F925-D8D1-94C3-990E026A9DF9}"/>
          </ac:grpSpMkLst>
        </pc:grpChg>
        <pc:grpChg chg="add del mod">
          <ac:chgData name="Jack Bond" userId="d0613b4d9d68792d" providerId="LiveId" clId="{DAEA3D54-AD02-4E1B-A73A-AB467D915B21}" dt="2026-07-07T02:53:02.255" v="1426" actId="165"/>
          <ac:grpSpMkLst>
            <pc:docMk/>
            <pc:sldMk cId="4132167343" sldId="277"/>
            <ac:grpSpMk id="26" creationId="{69958E89-5F94-A32A-92CE-F9B7DD7E4DDB}"/>
          </ac:grpSpMkLst>
        </pc:grpChg>
        <pc:picChg chg="del mod topLvl">
          <ac:chgData name="Jack Bond" userId="d0613b4d9d68792d" providerId="LiveId" clId="{DAEA3D54-AD02-4E1B-A73A-AB467D915B21}" dt="2026-07-07T02:44:46.472" v="1351" actId="478"/>
          <ac:picMkLst>
            <pc:docMk/>
            <pc:sldMk cId="4132167343" sldId="277"/>
            <ac:picMk id="3" creationId="{12960A0E-83C7-ED9A-ABB2-74673A014DE9}"/>
          </ac:picMkLst>
        </pc:picChg>
        <pc:picChg chg="add del mod">
          <ac:chgData name="Jack Bond" userId="d0613b4d9d68792d" providerId="LiveId" clId="{DAEA3D54-AD02-4E1B-A73A-AB467D915B21}" dt="2026-07-07T02:44:48.184" v="1352" actId="478"/>
          <ac:picMkLst>
            <pc:docMk/>
            <pc:sldMk cId="4132167343" sldId="277"/>
            <ac:picMk id="4" creationId="{87406D6E-AA3A-C75E-3B1D-DEF2AE802EB8}"/>
          </ac:picMkLst>
        </pc:picChg>
        <pc:picChg chg="del mod topLvl">
          <ac:chgData name="Jack Bond" userId="d0613b4d9d68792d" providerId="LiveId" clId="{DAEA3D54-AD02-4E1B-A73A-AB467D915B21}" dt="2026-07-07T02:44:49.509" v="1353" actId="21"/>
          <ac:picMkLst>
            <pc:docMk/>
            <pc:sldMk cId="4132167343" sldId="277"/>
            <ac:picMk id="5" creationId="{0C4159F5-B136-A2C8-606A-93165A151DAE}"/>
          </ac:picMkLst>
        </pc:picChg>
        <pc:picChg chg="del mod topLvl">
          <ac:chgData name="Jack Bond" userId="d0613b4d9d68792d" providerId="LiveId" clId="{DAEA3D54-AD02-4E1B-A73A-AB467D915B21}" dt="2026-07-07T02:44:46.472" v="1351" actId="478"/>
          <ac:picMkLst>
            <pc:docMk/>
            <pc:sldMk cId="4132167343" sldId="277"/>
            <ac:picMk id="7" creationId="{BCFEB0B7-2157-9036-5331-0C6C611C22AD}"/>
          </ac:picMkLst>
        </pc:picChg>
        <pc:picChg chg="add del mod">
          <ac:chgData name="Jack Bond" userId="d0613b4d9d68792d" providerId="LiveId" clId="{DAEA3D54-AD02-4E1B-A73A-AB467D915B21}" dt="2026-07-07T02:44:46.472" v="1351" actId="478"/>
          <ac:picMkLst>
            <pc:docMk/>
            <pc:sldMk cId="4132167343" sldId="277"/>
            <ac:picMk id="9" creationId="{FB0CC6FB-95C2-74C8-64C4-CE5DE1532108}"/>
          </ac:picMkLst>
        </pc:picChg>
        <pc:picChg chg="add del mod">
          <ac:chgData name="Jack Bond" userId="d0613b4d9d68792d" providerId="LiveId" clId="{DAEA3D54-AD02-4E1B-A73A-AB467D915B21}" dt="2026-07-07T02:45:34.093" v="1362" actId="21"/>
          <ac:picMkLst>
            <pc:docMk/>
            <pc:sldMk cId="4132167343" sldId="277"/>
            <ac:picMk id="11" creationId="{F98AE995-B884-7B55-1C1E-93EBB9E86C0C}"/>
          </ac:picMkLst>
        </pc:picChg>
        <pc:picChg chg="add del">
          <ac:chgData name="Jack Bond" userId="d0613b4d9d68792d" providerId="LiveId" clId="{DAEA3D54-AD02-4E1B-A73A-AB467D915B21}" dt="2026-07-07T02:45:32.054" v="1361" actId="22"/>
          <ac:picMkLst>
            <pc:docMk/>
            <pc:sldMk cId="4132167343" sldId="277"/>
            <ac:picMk id="13" creationId="{A935FEF1-EF13-43D1-503D-217BD971631F}"/>
          </ac:picMkLst>
        </pc:picChg>
        <pc:picChg chg="add mod topLvl">
          <ac:chgData name="Jack Bond" userId="d0613b4d9d68792d" providerId="LiveId" clId="{DAEA3D54-AD02-4E1B-A73A-AB467D915B21}" dt="2026-07-07T02:53:33.434" v="1430" actId="1366"/>
          <ac:picMkLst>
            <pc:docMk/>
            <pc:sldMk cId="4132167343" sldId="277"/>
            <ac:picMk id="15" creationId="{357C5D4D-4BB3-D6AA-B97B-79B052E11AC5}"/>
          </ac:picMkLst>
        </pc:picChg>
        <pc:picChg chg="add del mod">
          <ac:chgData name="Jack Bond" userId="d0613b4d9d68792d" providerId="LiveId" clId="{DAEA3D54-AD02-4E1B-A73A-AB467D915B21}" dt="2026-07-07T02:49:27.688" v="1397" actId="478"/>
          <ac:picMkLst>
            <pc:docMk/>
            <pc:sldMk cId="4132167343" sldId="277"/>
            <ac:picMk id="17" creationId="{79ADF184-E965-C0D0-10D7-977FE7C06DBE}"/>
          </ac:picMkLst>
        </pc:picChg>
        <pc:picChg chg="add del mod">
          <ac:chgData name="Jack Bond" userId="d0613b4d9d68792d" providerId="LiveId" clId="{DAEA3D54-AD02-4E1B-A73A-AB467D915B21}" dt="2026-07-07T02:51:52.435" v="1413" actId="478"/>
          <ac:picMkLst>
            <pc:docMk/>
            <pc:sldMk cId="4132167343" sldId="277"/>
            <ac:picMk id="19" creationId="{9403FF7D-8074-25E6-13F9-5786BD27083F}"/>
          </ac:picMkLst>
        </pc:picChg>
        <pc:picChg chg="add del mod">
          <ac:chgData name="Jack Bond" userId="d0613b4d9d68792d" providerId="LiveId" clId="{DAEA3D54-AD02-4E1B-A73A-AB467D915B21}" dt="2026-07-07T02:50:47.103" v="1403" actId="478"/>
          <ac:picMkLst>
            <pc:docMk/>
            <pc:sldMk cId="4132167343" sldId="277"/>
            <ac:picMk id="21" creationId="{449D2188-2E0D-A884-7ECF-6119FA1C0B31}"/>
          </ac:picMkLst>
        </pc:picChg>
        <pc:picChg chg="add mod topLvl">
          <ac:chgData name="Jack Bond" userId="d0613b4d9d68792d" providerId="LiveId" clId="{DAEA3D54-AD02-4E1B-A73A-AB467D915B21}" dt="2026-07-07T02:53:52.203" v="1436" actId="1366"/>
          <ac:picMkLst>
            <pc:docMk/>
            <pc:sldMk cId="4132167343" sldId="277"/>
            <ac:picMk id="23" creationId="{8310C146-E2A6-2E7D-EA96-BD6CC8BC1638}"/>
          </ac:picMkLst>
        </pc:picChg>
        <pc:picChg chg="add mod topLvl">
          <ac:chgData name="Jack Bond" userId="d0613b4d9d68792d" providerId="LiveId" clId="{DAEA3D54-AD02-4E1B-A73A-AB467D915B21}" dt="2026-07-07T02:53:44.078" v="1433" actId="1366"/>
          <ac:picMkLst>
            <pc:docMk/>
            <pc:sldMk cId="4132167343" sldId="277"/>
            <ac:picMk id="25" creationId="{DF40BC3A-5AB0-9F43-1EF4-00BF744AF209}"/>
          </ac:picMkLst>
        </pc:picChg>
      </pc:sldChg>
      <pc:sldChg chg="addSp delSp modSp add mod">
        <pc:chgData name="Jack Bond" userId="d0613b4d9d68792d" providerId="LiveId" clId="{DAEA3D54-AD02-4E1B-A73A-AB467D915B21}" dt="2026-07-07T16:48:08.813" v="1495" actId="1076"/>
        <pc:sldMkLst>
          <pc:docMk/>
          <pc:sldMk cId="1492191763" sldId="278"/>
        </pc:sldMkLst>
        <pc:picChg chg="add mod">
          <ac:chgData name="Jack Bond" userId="d0613b4d9d68792d" providerId="LiveId" clId="{DAEA3D54-AD02-4E1B-A73A-AB467D915B21}" dt="2026-07-07T16:09:40.604" v="1476" actId="1076"/>
          <ac:picMkLst>
            <pc:docMk/>
            <pc:sldMk cId="1492191763" sldId="278"/>
            <ac:picMk id="3" creationId="{EBCA8309-39DF-ED2A-4F9A-D372C80CFD21}"/>
          </ac:picMkLst>
        </pc:picChg>
        <pc:picChg chg="add mod">
          <ac:chgData name="Jack Bond" userId="d0613b4d9d68792d" providerId="LiveId" clId="{DAEA3D54-AD02-4E1B-A73A-AB467D915B21}" dt="2026-07-07T16:48:06.638" v="1494" actId="1076"/>
          <ac:picMkLst>
            <pc:docMk/>
            <pc:sldMk cId="1492191763" sldId="278"/>
            <ac:picMk id="6" creationId="{EAF8F780-D716-E7A8-1AA5-0CE09CDA2FDB}"/>
          </ac:picMkLst>
        </pc:picChg>
        <pc:picChg chg="del">
          <ac:chgData name="Jack Bond" userId="d0613b4d9d68792d" providerId="LiveId" clId="{DAEA3D54-AD02-4E1B-A73A-AB467D915B21}" dt="2026-07-07T16:09:43.171" v="1478" actId="478"/>
          <ac:picMkLst>
            <pc:docMk/>
            <pc:sldMk cId="1492191763" sldId="278"/>
            <ac:picMk id="7" creationId="{087DF75F-2801-D7E0-5E22-AEC174D9637A}"/>
          </ac:picMkLst>
        </pc:picChg>
        <pc:picChg chg="add mod">
          <ac:chgData name="Jack Bond" userId="d0613b4d9d68792d" providerId="LiveId" clId="{DAEA3D54-AD02-4E1B-A73A-AB467D915B21}" dt="2026-07-07T16:48:08.813" v="1495" actId="1076"/>
          <ac:picMkLst>
            <pc:docMk/>
            <pc:sldMk cId="1492191763" sldId="278"/>
            <ac:picMk id="9" creationId="{142CBAE7-E347-8ACE-114A-FDA4D0E90536}"/>
          </ac:picMkLst>
        </pc:picChg>
        <pc:picChg chg="del">
          <ac:chgData name="Jack Bond" userId="d0613b4d9d68792d" providerId="LiveId" clId="{DAEA3D54-AD02-4E1B-A73A-AB467D915B21}" dt="2026-07-07T16:09:38.216" v="1475" actId="478"/>
          <ac:picMkLst>
            <pc:docMk/>
            <pc:sldMk cId="1492191763" sldId="278"/>
            <ac:picMk id="18" creationId="{86EC1EFB-9E15-D0E5-5C09-F4053616BB1B}"/>
          </ac:picMkLst>
        </pc:picChg>
        <pc:picChg chg="del">
          <ac:chgData name="Jack Bond" userId="d0613b4d9d68792d" providerId="LiveId" clId="{DAEA3D54-AD02-4E1B-A73A-AB467D915B21}" dt="2026-07-07T16:09:42.471" v="1477" actId="478"/>
          <ac:picMkLst>
            <pc:docMk/>
            <pc:sldMk cId="1492191763" sldId="278"/>
            <ac:picMk id="20" creationId="{C813E96D-34DC-CDA4-F437-A6605FD0A0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9D43E-791D-1E72-B7C5-770A78B7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57C5D4D-4BB3-D6AA-B97B-79B052E11AC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73" y="2132565"/>
            <a:ext cx="4744256" cy="36657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310C146-E2A6-2E7D-EA96-BD6CC8BC1638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835" y="2132566"/>
            <a:ext cx="2569811" cy="582959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F40BC3A-5AB0-9F43-1EF4-00BF744AF209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73" y="5910873"/>
            <a:ext cx="4744256" cy="263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67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043231-8AE1-3431-A49A-795D6E517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30" y="0"/>
            <a:ext cx="3592286" cy="502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6ADBD6-8AC6-49D6-4A97-149082FA2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286" y="0"/>
            <a:ext cx="3592286" cy="5029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EF375B-94B5-E6D5-B53E-5BF9C938AC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28" y="5029201"/>
            <a:ext cx="3592285" cy="50291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879543-D4F7-19CE-0888-65565FADE4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283" y="5029200"/>
            <a:ext cx="3585942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6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B1631-0D74-EA93-6580-16E52C902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C15AD0-4FEE-22C3-AFE4-B8E1C839F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30" y="0"/>
            <a:ext cx="3592286" cy="5029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CA8309-39DF-ED2A-4F9A-D372C80CF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30" y="5029200"/>
            <a:ext cx="3592286" cy="5029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F8F780-D716-E7A8-1AA5-0CE09CDA2F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286" y="0"/>
            <a:ext cx="3585942" cy="502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2CBAE7-E347-8ACE-114A-FDA4D0E905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286" y="5029200"/>
            <a:ext cx="3585942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91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10235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2026-07-07T17:02:03Z</dcterms:modified>
</cp:coreProperties>
</file>