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72" r:id="rId3"/>
    <p:sldId id="274" r:id="rId4"/>
    <p:sldId id="275" r:id="rId5"/>
    <p:sldId id="273" r:id="rId6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AD870-3EF4-4941-847D-EA3A6F1D2663}" v="246" dt="2025-07-27T17:32:23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86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02:28:43.037" v="64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02:27:46.262" v="56" actId="1076"/>
        <pc:sldMkLst>
          <pc:docMk/>
          <pc:sldMk cId="2296457534" sldId="269"/>
        </pc:sldMkLst>
      </pc:sldChg>
      <pc:sldChg chg="add">
        <pc:chgData name="Jack Bond" userId="d0613b4d9d68792d" providerId="LiveId" clId="{435F300D-6CAF-4321-8599-B61F303F931A}" dt="2025-07-15T02:28:43.037" v="64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</pc:sldChg>
      <pc:sldChg chg="addSp modSp new mod ord">
        <pc:chgData name="Jack Bond" userId="d0613b4d9d68792d" providerId="LiveId" clId="{435F300D-6CAF-4321-8599-B61F303F931A}" dt="2025-07-15T02:28:34.772" v="62"/>
        <pc:sldMkLst>
          <pc:docMk/>
          <pc:sldMk cId="2868086417" sldId="271"/>
        </pc:sldMkLst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</pc:sldChg>
      <pc:sldChg chg="add">
        <pc:chgData name="Jack Bond" userId="d0613b4d9d68792d" providerId="LiveId" clId="{435F300D-6CAF-4321-8599-B61F303F931A}" dt="2025-07-15T02:28:43.037" v="64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292AD870-3EF4-4941-847D-EA3A6F1D2663}"/>
    <pc:docChg chg="undo custSel addSld delSld modSld">
      <pc:chgData name="Jack Bond" userId="d0613b4d9d68792d" providerId="LiveId" clId="{292AD870-3EF4-4941-847D-EA3A6F1D2663}" dt="2025-07-27T17:32:57.461" v="372" actId="1035"/>
      <pc:docMkLst>
        <pc:docMk/>
      </pc:docMkLst>
      <pc:sldChg chg="del">
        <pc:chgData name="Jack Bond" userId="d0613b4d9d68792d" providerId="LiveId" clId="{292AD870-3EF4-4941-847D-EA3A6F1D2663}" dt="2025-07-15T02:29:25.372" v="0" actId="47"/>
        <pc:sldMkLst>
          <pc:docMk/>
          <pc:sldMk cId="2296457534" sldId="269"/>
        </pc:sldMkLst>
      </pc:sldChg>
      <pc:sldChg chg="modSp mod">
        <pc:chgData name="Jack Bond" userId="d0613b4d9d68792d" providerId="LiveId" clId="{292AD870-3EF4-4941-847D-EA3A6F1D2663}" dt="2025-07-27T17:32:57.461" v="372" actId="1035"/>
        <pc:sldMkLst>
          <pc:docMk/>
          <pc:sldMk cId="1470260589" sldId="270"/>
        </pc:sldMkLst>
        <pc:picChg chg="mod">
          <ac:chgData name="Jack Bond" userId="d0613b4d9d68792d" providerId="LiveId" clId="{292AD870-3EF4-4941-847D-EA3A6F1D2663}" dt="2025-07-27T17:32:57.461" v="372" actId="1035"/>
          <ac:picMkLst>
            <pc:docMk/>
            <pc:sldMk cId="1470260589" sldId="270"/>
            <ac:picMk id="3" creationId="{F36EB111-C606-4078-3B4B-864CC8F25446}"/>
          </ac:picMkLst>
        </pc:picChg>
        <pc:picChg chg="mod">
          <ac:chgData name="Jack Bond" userId="d0613b4d9d68792d" providerId="LiveId" clId="{292AD870-3EF4-4941-847D-EA3A6F1D2663}" dt="2025-07-27T17:32:23.778" v="327" actId="1367"/>
          <ac:picMkLst>
            <pc:docMk/>
            <pc:sldMk cId="1470260589" sldId="270"/>
            <ac:picMk id="5" creationId="{0DA55B62-3D38-ECF5-9286-F231F1A96BEC}"/>
          </ac:picMkLst>
        </pc:picChg>
      </pc:sldChg>
      <pc:sldChg chg="del">
        <pc:chgData name="Jack Bond" userId="d0613b4d9d68792d" providerId="LiveId" clId="{292AD870-3EF4-4941-847D-EA3A6F1D2663}" dt="2025-07-15T02:29:25.372" v="0" actId="47"/>
        <pc:sldMkLst>
          <pc:docMk/>
          <pc:sldMk cId="2868086417" sldId="271"/>
        </pc:sldMkLst>
      </pc:sldChg>
      <pc:sldChg chg="addSp delSp modSp mod">
        <pc:chgData name="Jack Bond" userId="d0613b4d9d68792d" providerId="LiveId" clId="{292AD870-3EF4-4941-847D-EA3A6F1D2663}" dt="2025-07-27T17:32:41.524" v="343" actId="1036"/>
        <pc:sldMkLst>
          <pc:docMk/>
          <pc:sldMk cId="3751906151" sldId="272"/>
        </pc:sldMkLst>
        <pc:picChg chg="mod">
          <ac:chgData name="Jack Bond" userId="d0613b4d9d68792d" providerId="LiveId" clId="{292AD870-3EF4-4941-847D-EA3A6F1D2663}" dt="2025-07-27T17:32:41.524" v="343" actId="1036"/>
          <ac:picMkLst>
            <pc:docMk/>
            <pc:sldMk cId="3751906151" sldId="272"/>
            <ac:picMk id="3" creationId="{BBB8FF5C-F60A-F0B7-5363-23C3CF7C4F19}"/>
          </ac:picMkLst>
        </pc:picChg>
        <pc:picChg chg="add mod">
          <ac:chgData name="Jack Bond" userId="d0613b4d9d68792d" providerId="LiveId" clId="{292AD870-3EF4-4941-847D-EA3A6F1D2663}" dt="2025-07-27T17:32:41.524" v="343" actId="1036"/>
          <ac:picMkLst>
            <pc:docMk/>
            <pc:sldMk cId="3751906151" sldId="272"/>
            <ac:picMk id="4" creationId="{733B8E86-7446-5332-023C-72FF8F909E1E}"/>
          </ac:picMkLst>
        </pc:picChg>
        <pc:picChg chg="del">
          <ac:chgData name="Jack Bond" userId="d0613b4d9d68792d" providerId="LiveId" clId="{292AD870-3EF4-4941-847D-EA3A6F1D2663}" dt="2025-07-27T17:26:09.523" v="228" actId="21"/>
          <ac:picMkLst>
            <pc:docMk/>
            <pc:sldMk cId="3751906151" sldId="272"/>
            <ac:picMk id="5" creationId="{6E91576D-A001-42CC-FAAE-9319EE21BD0A}"/>
          </ac:picMkLst>
        </pc:picChg>
      </pc:sldChg>
      <pc:sldChg chg="addSp delSp modSp new mod">
        <pc:chgData name="Jack Bond" userId="d0613b4d9d68792d" providerId="LiveId" clId="{292AD870-3EF4-4941-847D-EA3A6F1D2663}" dt="2025-07-27T17:25:26.116" v="223" actId="1076"/>
        <pc:sldMkLst>
          <pc:docMk/>
          <pc:sldMk cId="1969434560" sldId="273"/>
        </pc:sldMkLst>
        <pc:grpChg chg="add mod">
          <ac:chgData name="Jack Bond" userId="d0613b4d9d68792d" providerId="LiveId" clId="{292AD870-3EF4-4941-847D-EA3A6F1D2663}" dt="2025-07-15T02:45:23.221" v="114" actId="1076"/>
          <ac:grpSpMkLst>
            <pc:docMk/>
            <pc:sldMk cId="1969434560" sldId="273"/>
            <ac:grpSpMk id="3" creationId="{ACFC174B-8613-A65D-C655-ED10D4AF8762}"/>
          </ac:grpSpMkLst>
        </pc:grpChg>
        <pc:grpChg chg="add mod">
          <ac:chgData name="Jack Bond" userId="d0613b4d9d68792d" providerId="LiveId" clId="{292AD870-3EF4-4941-847D-EA3A6F1D2663}" dt="2025-07-15T02:49:18.808" v="164" actId="1076"/>
          <ac:grpSpMkLst>
            <pc:docMk/>
            <pc:sldMk cId="1969434560" sldId="273"/>
            <ac:grpSpMk id="6" creationId="{78852788-3487-CD05-0CD1-1EEFA450DB3E}"/>
          </ac:grpSpMkLst>
        </pc:grpChg>
        <pc:picChg chg="add mod">
          <ac:chgData name="Jack Bond" userId="d0613b4d9d68792d" providerId="LiveId" clId="{292AD870-3EF4-4941-847D-EA3A6F1D2663}" dt="2025-07-15T02:45:23.221" v="114" actId="1076"/>
          <ac:picMkLst>
            <pc:docMk/>
            <pc:sldMk cId="1969434560" sldId="273"/>
            <ac:picMk id="2" creationId="{36435681-58D3-3358-AF21-D8C04BDCC29D}"/>
          </ac:picMkLst>
        </pc:picChg>
        <pc:picChg chg="add del mod">
          <ac:chgData name="Jack Bond" userId="d0613b4d9d68792d" providerId="LiveId" clId="{292AD870-3EF4-4941-847D-EA3A6F1D2663}" dt="2025-07-27T17:23:43.414" v="198" actId="21"/>
          <ac:picMkLst>
            <pc:docMk/>
            <pc:sldMk cId="1969434560" sldId="273"/>
            <ac:picMk id="4" creationId="{C8ED3A52-18C1-AA47-EF51-EEDBB00C0B6E}"/>
          </ac:picMkLst>
        </pc:picChg>
        <pc:picChg chg="add mod">
          <ac:chgData name="Jack Bond" userId="d0613b4d9d68792d" providerId="LiveId" clId="{292AD870-3EF4-4941-847D-EA3A6F1D2663}" dt="2025-07-15T02:49:18.808" v="164" actId="1076"/>
          <ac:picMkLst>
            <pc:docMk/>
            <pc:sldMk cId="1969434560" sldId="273"/>
            <ac:picMk id="5" creationId="{718F011A-43A6-2B64-977E-AA422A907BA1}"/>
          </ac:picMkLst>
        </pc:picChg>
        <pc:picChg chg="add del mod">
          <ac:chgData name="Jack Bond" userId="d0613b4d9d68792d" providerId="LiveId" clId="{292AD870-3EF4-4941-847D-EA3A6F1D2663}" dt="2025-07-27T17:25:11.974" v="217" actId="478"/>
          <ac:picMkLst>
            <pc:docMk/>
            <pc:sldMk cId="1969434560" sldId="273"/>
            <ac:picMk id="7" creationId="{C8ED3A52-18C1-AA47-EF51-EEDBB00C0B6E}"/>
          </ac:picMkLst>
        </pc:picChg>
        <pc:picChg chg="add del mod">
          <ac:chgData name="Jack Bond" userId="d0613b4d9d68792d" providerId="LiveId" clId="{292AD870-3EF4-4941-847D-EA3A6F1D2663}" dt="2025-07-27T17:25:16.348" v="220" actId="478"/>
          <ac:picMkLst>
            <pc:docMk/>
            <pc:sldMk cId="1969434560" sldId="273"/>
            <ac:picMk id="8" creationId="{01ABB497-9573-3A03-D6A2-C0A38528A167}"/>
          </ac:picMkLst>
        </pc:picChg>
        <pc:picChg chg="add mod">
          <ac:chgData name="Jack Bond" userId="d0613b4d9d68792d" providerId="LiveId" clId="{292AD870-3EF4-4941-847D-EA3A6F1D2663}" dt="2025-07-27T17:24:52.346" v="211" actId="1076"/>
          <ac:picMkLst>
            <pc:docMk/>
            <pc:sldMk cId="1969434560" sldId="273"/>
            <ac:picMk id="9" creationId="{95F1DAC2-36E2-BA82-E6F2-780B98055186}"/>
          </ac:picMkLst>
        </pc:picChg>
        <pc:picChg chg="add mod">
          <ac:chgData name="Jack Bond" userId="d0613b4d9d68792d" providerId="LiveId" clId="{292AD870-3EF4-4941-847D-EA3A6F1D2663}" dt="2025-07-27T17:24:56.399" v="213"/>
          <ac:picMkLst>
            <pc:docMk/>
            <pc:sldMk cId="1969434560" sldId="273"/>
            <ac:picMk id="10" creationId="{8729B43A-8CCE-DE2D-D4E0-89CA9F5351ED}"/>
          </ac:picMkLst>
        </pc:picChg>
        <pc:picChg chg="add mod">
          <ac:chgData name="Jack Bond" userId="d0613b4d9d68792d" providerId="LiveId" clId="{292AD870-3EF4-4941-847D-EA3A6F1D2663}" dt="2025-07-27T17:25:26.116" v="223" actId="1076"/>
          <ac:picMkLst>
            <pc:docMk/>
            <pc:sldMk cId="1969434560" sldId="273"/>
            <ac:picMk id="11" creationId="{1074A41F-3010-1D11-5AC9-95519D94BD92}"/>
          </ac:picMkLst>
        </pc:picChg>
        <pc:picChg chg="add mod">
          <ac:chgData name="Jack Bond" userId="d0613b4d9d68792d" providerId="LiveId" clId="{292AD870-3EF4-4941-847D-EA3A6F1D2663}" dt="2025-07-27T17:25:22.388" v="222" actId="1076"/>
          <ac:picMkLst>
            <pc:docMk/>
            <pc:sldMk cId="1969434560" sldId="273"/>
            <ac:picMk id="12" creationId="{15294488-E48F-F433-D3FB-734BDAE59C9C}"/>
          </ac:picMkLst>
        </pc:picChg>
        <pc:picChg chg="add mod">
          <ac:chgData name="Jack Bond" userId="d0613b4d9d68792d" providerId="LiveId" clId="{292AD870-3EF4-4941-847D-EA3A6F1D2663}" dt="2025-07-15T02:45:23.221" v="114" actId="1076"/>
          <ac:picMkLst>
            <pc:docMk/>
            <pc:sldMk cId="1969434560" sldId="273"/>
            <ac:picMk id="1026" creationId="{129E1448-A4C2-4830-77C2-D5A99B4D459E}"/>
          </ac:picMkLst>
        </pc:picChg>
        <pc:picChg chg="add mod">
          <ac:chgData name="Jack Bond" userId="d0613b4d9d68792d" providerId="LiveId" clId="{292AD870-3EF4-4941-847D-EA3A6F1D2663}" dt="2025-07-15T02:49:18.808" v="164" actId="1076"/>
          <ac:picMkLst>
            <pc:docMk/>
            <pc:sldMk cId="1969434560" sldId="273"/>
            <ac:picMk id="1028" creationId="{983E1986-F652-B44D-D07F-8E463ABF3276}"/>
          </ac:picMkLst>
        </pc:picChg>
      </pc:sldChg>
      <pc:sldChg chg="addSp delSp modSp new mod">
        <pc:chgData name="Jack Bond" userId="d0613b4d9d68792d" providerId="LiveId" clId="{292AD870-3EF4-4941-847D-EA3A6F1D2663}" dt="2025-07-27T17:32:50.694" v="365" actId="1036"/>
        <pc:sldMkLst>
          <pc:docMk/>
          <pc:sldMk cId="1481890868" sldId="274"/>
        </pc:sldMkLst>
        <pc:picChg chg="add mod">
          <ac:chgData name="Jack Bond" userId="d0613b4d9d68792d" providerId="LiveId" clId="{292AD870-3EF4-4941-847D-EA3A6F1D2663}" dt="2025-07-27T17:32:50.694" v="365" actId="1036"/>
          <ac:picMkLst>
            <pc:docMk/>
            <pc:sldMk cId="1481890868" sldId="274"/>
            <ac:picMk id="3" creationId="{91AC78E9-A3D5-3A97-D22B-1C99083F134A}"/>
          </ac:picMkLst>
        </pc:picChg>
        <pc:picChg chg="add del mod">
          <ac:chgData name="Jack Bond" userId="d0613b4d9d68792d" providerId="LiveId" clId="{292AD870-3EF4-4941-847D-EA3A6F1D2663}" dt="2025-07-27T17:26:14.831" v="231" actId="21"/>
          <ac:picMkLst>
            <pc:docMk/>
            <pc:sldMk cId="1481890868" sldId="274"/>
            <ac:picMk id="5" creationId="{4B5CF763-5573-D89F-CCD4-E6AEBE44F4EA}"/>
          </ac:picMkLst>
        </pc:picChg>
        <pc:picChg chg="add mod">
          <ac:chgData name="Jack Bond" userId="d0613b4d9d68792d" providerId="LiveId" clId="{292AD870-3EF4-4941-847D-EA3A6F1D2663}" dt="2025-07-27T17:32:45.870" v="347" actId="1036"/>
          <ac:picMkLst>
            <pc:docMk/>
            <pc:sldMk cId="1481890868" sldId="274"/>
            <ac:picMk id="7" creationId="{8F7240C5-D356-1198-939E-F91B4DB0ACE6}"/>
          </ac:picMkLst>
        </pc:picChg>
      </pc:sldChg>
      <pc:sldChg chg="addSp modSp new mod">
        <pc:chgData name="Jack Bond" userId="d0613b4d9d68792d" providerId="LiveId" clId="{292AD870-3EF4-4941-847D-EA3A6F1D2663}" dt="2025-07-27T17:31:18.924" v="313" actId="1367"/>
        <pc:sldMkLst>
          <pc:docMk/>
          <pc:sldMk cId="3992297113" sldId="275"/>
        </pc:sldMkLst>
        <pc:picChg chg="add mod">
          <ac:chgData name="Jack Bond" userId="d0613b4d9d68792d" providerId="LiveId" clId="{292AD870-3EF4-4941-847D-EA3A6F1D2663}" dt="2025-07-27T17:31:18.924" v="313" actId="1367"/>
          <ac:picMkLst>
            <pc:docMk/>
            <pc:sldMk cId="3992297113" sldId="275"/>
            <ac:picMk id="2" creationId="{4B5CF763-5573-D89F-CCD4-E6AEBE44F4EA}"/>
          </ac:picMkLst>
        </pc:picChg>
        <pc:picChg chg="add mod">
          <ac:chgData name="Jack Bond" userId="d0613b4d9d68792d" providerId="LiveId" clId="{292AD870-3EF4-4941-847D-EA3A6F1D2663}" dt="2025-07-27T17:31:02.501" v="309" actId="1035"/>
          <ac:picMkLst>
            <pc:docMk/>
            <pc:sldMk cId="3992297113" sldId="275"/>
            <ac:picMk id="5" creationId="{6E91576D-A001-42CC-FAAE-9319EE21BD0A}"/>
          </ac:picMkLst>
        </pc:picChg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game&#10;&#10;AI-generated content may be incorrect.">
            <a:extLst>
              <a:ext uri="{FF2B5EF4-FFF2-40B4-BE49-F238E27FC236}">
                <a16:creationId xmlns:a16="http://schemas.microsoft.com/office/drawing/2014/main" id="{F36EB111-C606-4078-3B4B-864CC8F2544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9" y="825354"/>
            <a:ext cx="6863219" cy="5250363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0DA55B62-3D38-ECF5-9286-F231F1A96BE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90" y="6017842"/>
            <a:ext cx="6863219" cy="387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BBB8FF5C-F60A-F0B7-5363-23C3CF7C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247464"/>
            <a:ext cx="3810000" cy="7781925"/>
          </a:xfrm>
          <a:prstGeom prst="rect">
            <a:avLst/>
          </a:prstGeom>
        </p:spPr>
      </p:pic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733B8E86-7446-5332-023C-72FF8F909E1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47464"/>
            <a:ext cx="38100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0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91AC78E9-A3D5-3A97-D22B-1C99083F134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52344"/>
            <a:ext cx="7620000" cy="5010150"/>
          </a:xfrm>
          <a:prstGeom prst="rect">
            <a:avLst/>
          </a:prstGeom>
        </p:spPr>
      </p:pic>
      <p:pic>
        <p:nvPicPr>
          <p:cNvPr id="7" name="Picture 6" descr="A close-up of a card&#10;&#10;AI-generated content may be incorrect.">
            <a:extLst>
              <a:ext uri="{FF2B5EF4-FFF2-40B4-BE49-F238E27FC236}">
                <a16:creationId xmlns:a16="http://schemas.microsoft.com/office/drawing/2014/main" id="{8F7240C5-D356-1198-939E-F91B4DB0ACE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899412"/>
            <a:ext cx="76200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9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6E91576D-A001-42CC-FAAE-9319EE21BD0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46117"/>
            <a:ext cx="3810000" cy="6715125"/>
          </a:xfrm>
          <a:prstGeom prst="rect">
            <a:avLst/>
          </a:prstGeom>
        </p:spPr>
      </p:pic>
      <p:pic>
        <p:nvPicPr>
          <p:cNvPr id="2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4B5CF763-5573-D89F-CCD4-E6AEBE44F4E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046117"/>
            <a:ext cx="3810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9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CFC174B-8613-A65D-C655-ED10D4AF8762}"/>
              </a:ext>
            </a:extLst>
          </p:cNvPr>
          <p:cNvGrpSpPr/>
          <p:nvPr/>
        </p:nvGrpSpPr>
        <p:grpSpPr>
          <a:xfrm>
            <a:off x="820344" y="152334"/>
            <a:ext cx="6131711" cy="2889923"/>
            <a:chOff x="832987" y="209129"/>
            <a:chExt cx="6131711" cy="288992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29E1448-A4C2-4830-77C2-D5A99B4D45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988226" y="53890"/>
              <a:ext cx="2889921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6435681-58D3-3358-AF21-D8C04BDCC2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3919537" y="53891"/>
              <a:ext cx="2889922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852788-3487-CD05-0CD1-1EEFA450DB3E}"/>
              </a:ext>
            </a:extLst>
          </p:cNvPr>
          <p:cNvGrpSpPr/>
          <p:nvPr/>
        </p:nvGrpSpPr>
        <p:grpSpPr>
          <a:xfrm>
            <a:off x="1765152" y="3472433"/>
            <a:ext cx="4242096" cy="1829138"/>
            <a:chOff x="1656648" y="3286903"/>
            <a:chExt cx="4242096" cy="1829138"/>
          </a:xfrm>
        </p:grpSpPr>
        <p:pic>
          <p:nvPicPr>
            <p:cNvPr id="1028" name="Picture 4" descr="Werewolf - Monsters - D&amp;D Beyond">
              <a:extLst>
                <a:ext uri="{FF2B5EF4-FFF2-40B4-BE49-F238E27FC236}">
                  <a16:creationId xmlns:a16="http://schemas.microsoft.com/office/drawing/2014/main" id="{983E1986-F652-B44D-D07F-8E463ABF32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000000">
              <a:off x="3825409" y="3042705"/>
              <a:ext cx="1828800" cy="2317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Werewolf - Monsters - D&amp;D Beyond">
              <a:extLst>
                <a:ext uri="{FF2B5EF4-FFF2-40B4-BE49-F238E27FC236}">
                  <a16:creationId xmlns:a16="http://schemas.microsoft.com/office/drawing/2014/main" id="{718F011A-43A6-2B64-977E-AA422A907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400000" flipV="1">
              <a:off x="1901859" y="3041692"/>
              <a:ext cx="1828800" cy="2319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074A41F-3010-1D11-5AC9-95519D94B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84" y="6108011"/>
            <a:ext cx="2956816" cy="2615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94488-E48F-F433-D3FB-734BDAE59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86200" y="6108012"/>
            <a:ext cx="2921736" cy="2615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6943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1604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2025-07-27T17:32:59Z</dcterms:modified>
</cp:coreProperties>
</file>