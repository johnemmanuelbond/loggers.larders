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1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F300D-6CAF-4321-8599-B61F303F931A}" v="14" dt="2025-07-15T20:17:0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20:17:03.996" v="76" actId="1367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20:16:51.218" v="73"/>
        <pc:sldMkLst>
          <pc:docMk/>
          <pc:sldMk cId="2296457534" sldId="269"/>
        </pc:sldMkLst>
        <pc:picChg chg="add mod">
          <ac:chgData name="Jack Bond" userId="d0613b4d9d68792d" providerId="LiveId" clId="{435F300D-6CAF-4321-8599-B61F303F931A}" dt="2025-07-15T20:16:51.218" v="73"/>
          <ac:picMkLst>
            <pc:docMk/>
            <pc:sldMk cId="2296457534" sldId="269"/>
            <ac:picMk id="3" creationId="{E672A2A6-FF31-AF9C-8F7A-563C23F7CD6E}"/>
          </ac:picMkLst>
        </pc:picChg>
        <pc:picChg chg="add mod">
          <ac:chgData name="Jack Bond" userId="d0613b4d9d68792d" providerId="LiveId" clId="{435F300D-6CAF-4321-8599-B61F303F931A}" dt="2025-07-15T20:16:45.168" v="71"/>
          <ac:picMkLst>
            <pc:docMk/>
            <pc:sldMk cId="2296457534" sldId="269"/>
            <ac:picMk id="5" creationId="{21E85C9E-F959-A57E-9AE1-CA9110DF062E}"/>
          </ac:picMkLst>
        </pc:picChg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  <pc:picChg chg="add mod">
          <ac:chgData name="Jack Bond" userId="d0613b4d9d68792d" providerId="LiveId" clId="{435F300D-6CAF-4321-8599-B61F303F931A}" dt="2025-07-15T02:26:50.357" v="30" actId="1076"/>
          <ac:picMkLst>
            <pc:docMk/>
            <pc:sldMk cId="3485330045" sldId="270"/>
            <ac:picMk id="3" creationId="{F36EB111-C606-4078-3B4B-864CC8F25446}"/>
          </ac:picMkLst>
        </pc:picChg>
        <pc:picChg chg="add mod">
          <ac:chgData name="Jack Bond" userId="d0613b4d9d68792d" providerId="LiveId" clId="{435F300D-6CAF-4321-8599-B61F303F931A}" dt="2025-07-15T02:26:48.476" v="29" actId="1076"/>
          <ac:picMkLst>
            <pc:docMk/>
            <pc:sldMk cId="3485330045" sldId="270"/>
            <ac:picMk id="5" creationId="{0DA55B62-3D38-ECF5-9286-F231F1A96BEC}"/>
          </ac:picMkLst>
        </pc:picChg>
      </pc:sldChg>
      <pc:sldChg chg="addSp modSp new add del mod ord">
        <pc:chgData name="Jack Bond" userId="d0613b4d9d68792d" providerId="LiveId" clId="{435F300D-6CAF-4321-8599-B61F303F931A}" dt="2025-07-15T20:17:03.996" v="76" actId="1367"/>
        <pc:sldMkLst>
          <pc:docMk/>
          <pc:sldMk cId="2868086417" sldId="271"/>
        </pc:sldMkLst>
        <pc:picChg chg="add mod">
          <ac:chgData name="Jack Bond" userId="d0613b4d9d68792d" providerId="LiveId" clId="{435F300D-6CAF-4321-8599-B61F303F931A}" dt="2025-07-15T20:17:03.996" v="76" actId="1367"/>
          <ac:picMkLst>
            <pc:docMk/>
            <pc:sldMk cId="2868086417" sldId="271"/>
            <ac:picMk id="3" creationId="{047470EB-E472-ED2F-C8AE-9C4AC61FC020}"/>
          </ac:picMkLst>
        </pc:picChg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  <pc:picChg chg="add mod">
          <ac:chgData name="Jack Bond" userId="d0613b4d9d68792d" providerId="LiveId" clId="{435F300D-6CAF-4321-8599-B61F303F931A}" dt="2025-07-15T02:27:34.616" v="54" actId="1076"/>
          <ac:picMkLst>
            <pc:docMk/>
            <pc:sldMk cId="2730225920" sldId="272"/>
            <ac:picMk id="3" creationId="{BBB8FF5C-F60A-F0B7-5363-23C3CF7C4F19}"/>
          </ac:picMkLst>
        </pc:picChg>
        <pc:picChg chg="add mod">
          <ac:chgData name="Jack Bond" userId="d0613b4d9d68792d" providerId="LiveId" clId="{435F300D-6CAF-4321-8599-B61F303F931A}" dt="2025-07-15T02:27:32.497" v="53" actId="1076"/>
          <ac:picMkLst>
            <pc:docMk/>
            <pc:sldMk cId="2730225920" sldId="272"/>
            <ac:picMk id="5" creationId="{6E91576D-A001-42CC-FAAE-9319EE21BD0A}"/>
          </ac:picMkLst>
        </pc:picChg>
        <pc:picChg chg="add del mod">
          <ac:chgData name="Jack Bond" userId="d0613b4d9d68792d" providerId="LiveId" clId="{435F300D-6CAF-4321-8599-B61F303F931A}" dt="2025-07-15T02:27:24.411" v="49" actId="478"/>
          <ac:picMkLst>
            <pc:docMk/>
            <pc:sldMk cId="2730225920" sldId="272"/>
            <ac:picMk id="7" creationId="{292A75B9-7688-B210-8862-A35A44374C68}"/>
          </ac:picMkLst>
        </pc:picChg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E672A2A6-FF31-AF9C-8F7A-563C23F7CD6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752475"/>
            <a:ext cx="3810000" cy="7296150"/>
          </a:xfrm>
          <a:prstGeom prst="rect">
            <a:avLst/>
          </a:prstGeom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21E85C9E-F959-A57E-9AE1-CA9110DF062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52475"/>
            <a:ext cx="3810000" cy="93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5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047470EB-E472-ED2F-C8AE-9C4AC61FC02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300488"/>
            <a:ext cx="7620000" cy="718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86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1485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2025-07-15T20:17:04Z</dcterms:modified>
</cp:coreProperties>
</file>