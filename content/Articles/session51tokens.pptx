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BD1129-DA13-49F3-AEE1-FDD51F39BEF5}" v="11" dt="2026-07-25T23:04:44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01" autoAdjust="0"/>
    <p:restoredTop sz="94660"/>
  </p:normalViewPr>
  <p:slideViewPr>
    <p:cSldViewPr snapToGrid="0">
      <p:cViewPr varScale="1">
        <p:scale>
          <a:sx n="73" d="100"/>
          <a:sy n="73" d="100"/>
        </p:scale>
        <p:origin x="28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6-07-25T23:05:20.824" v="1549" actId="1076"/>
      <pc:docMkLst>
        <pc:docMk/>
      </pc:docMkLst>
      <pc:sldChg chg="addSp delSp modSp add del mod ord">
        <pc:chgData name="Jack Bond" userId="d0613b4d9d68792d" providerId="LiveId" clId="{DAEA3D54-AD02-4E1B-A73A-AB467D915B21}" dt="2026-07-25T23:03:43.779" v="1521" actId="47"/>
        <pc:sldMkLst>
          <pc:docMk/>
          <pc:sldMk cId="3346064594" sldId="274"/>
        </pc:sldMkLst>
        <pc:picChg chg="add mod">
          <ac:chgData name="Jack Bond" userId="d0613b4d9d68792d" providerId="LiveId" clId="{DAEA3D54-AD02-4E1B-A73A-AB467D915B21}" dt="2026-07-07T17:02:00.616" v="1500" actId="1076"/>
          <ac:picMkLst>
            <pc:docMk/>
            <pc:sldMk cId="3346064594" sldId="274"/>
            <ac:picMk id="3" creationId="{EE879543-D4F7-19CE-0888-65565FADE43A}"/>
          </ac:picMkLst>
        </pc:picChg>
        <pc:picChg chg="add mod">
          <ac:chgData name="Jack Bond" userId="d0613b4d9d68792d" providerId="LiveId" clId="{DAEA3D54-AD02-4E1B-A73A-AB467D915B21}" dt="2026-07-07T03:03:59.971" v="1454" actId="1076"/>
          <ac:picMkLst>
            <pc:docMk/>
            <pc:sldMk cId="3346064594" sldId="274"/>
            <ac:picMk id="5" creationId="{4A043231-8AE1-3431-A49A-795D6E5178C4}"/>
          </ac:picMkLst>
        </pc:picChg>
        <pc:picChg chg="add mod">
          <ac:chgData name="Jack Bond" userId="d0613b4d9d68792d" providerId="LiveId" clId="{DAEA3D54-AD02-4E1B-A73A-AB467D915B21}" dt="2026-07-07T03:03:59.971" v="1454" actId="1076"/>
          <ac:picMkLst>
            <pc:docMk/>
            <pc:sldMk cId="3346064594" sldId="274"/>
            <ac:picMk id="7" creationId="{6F6ADBD6-8AC6-49D6-4A97-149082FA2E76}"/>
          </ac:picMkLst>
        </pc:picChg>
        <pc:picChg chg="add mod">
          <ac:chgData name="Jack Bond" userId="d0613b4d9d68792d" providerId="LiveId" clId="{DAEA3D54-AD02-4E1B-A73A-AB467D915B21}" dt="2026-07-07T03:18:34.149" v="1466" actId="1076"/>
          <ac:picMkLst>
            <pc:docMk/>
            <pc:sldMk cId="3346064594" sldId="274"/>
            <ac:picMk id="18" creationId="{71EF375B-94B5-E6D5-B53E-5BF9C938AC3F}"/>
          </ac:picMkLst>
        </pc:picChg>
      </pc:sldChg>
      <pc:sldChg chg="addSp delSp modSp add mod">
        <pc:chgData name="Jack Bond" userId="d0613b4d9d68792d" providerId="LiveId" clId="{DAEA3D54-AD02-4E1B-A73A-AB467D915B21}" dt="2026-07-25T23:05:20.824" v="1549" actId="1076"/>
        <pc:sldMkLst>
          <pc:docMk/>
          <pc:sldMk cId="4132167343" sldId="277"/>
        </pc:sldMkLst>
        <pc:picChg chg="add del mod">
          <ac:chgData name="Jack Bond" userId="d0613b4d9d68792d" providerId="LiveId" clId="{DAEA3D54-AD02-4E1B-A73A-AB467D915B21}" dt="2026-07-25T23:03:45.263" v="1522" actId="21"/>
          <ac:picMkLst>
            <pc:docMk/>
            <pc:sldMk cId="4132167343" sldId="277"/>
            <ac:picMk id="3" creationId="{40C4698A-691A-B678-2377-859FC85A2409}"/>
          </ac:picMkLst>
        </pc:picChg>
        <pc:picChg chg="add del">
          <ac:chgData name="Jack Bond" userId="d0613b4d9d68792d" providerId="LiveId" clId="{DAEA3D54-AD02-4E1B-A73A-AB467D915B21}" dt="2026-07-25T23:03:52.079" v="1525" actId="22"/>
          <ac:picMkLst>
            <pc:docMk/>
            <pc:sldMk cId="4132167343" sldId="277"/>
            <ac:picMk id="5" creationId="{71D40675-60B9-D64A-4DE1-DA53F5C35A83}"/>
          </ac:picMkLst>
        </pc:picChg>
        <pc:picChg chg="add del mod">
          <ac:chgData name="Jack Bond" userId="d0613b4d9d68792d" providerId="LiveId" clId="{DAEA3D54-AD02-4E1B-A73A-AB467D915B21}" dt="2026-07-25T23:05:07.210" v="1545" actId="21"/>
          <ac:picMkLst>
            <pc:docMk/>
            <pc:sldMk cId="4132167343" sldId="277"/>
            <ac:picMk id="7" creationId="{DF486B24-F8AF-8768-4E49-A53C88C0806C}"/>
          </ac:picMkLst>
        </pc:picChg>
        <pc:picChg chg="add mod">
          <ac:chgData name="Jack Bond" userId="d0613b4d9d68792d" providerId="LiveId" clId="{DAEA3D54-AD02-4E1B-A73A-AB467D915B21}" dt="2026-07-25T23:05:20.824" v="1549" actId="1076"/>
          <ac:picMkLst>
            <pc:docMk/>
            <pc:sldMk cId="4132167343" sldId="277"/>
            <ac:picMk id="9" creationId="{0A2FDCBC-00BC-29C6-DA72-7E9033FEF984}"/>
          </ac:picMkLst>
        </pc:picChg>
        <pc:picChg chg="add del mod topLvl">
          <ac:chgData name="Jack Bond" userId="d0613b4d9d68792d" providerId="LiveId" clId="{DAEA3D54-AD02-4E1B-A73A-AB467D915B21}" dt="2026-07-25T23:05:16.107" v="1546" actId="478"/>
          <ac:picMkLst>
            <pc:docMk/>
            <pc:sldMk cId="4132167343" sldId="277"/>
            <ac:picMk id="15" creationId="{357C5D4D-4BB3-D6AA-B97B-79B052E11AC5}"/>
          </ac:picMkLst>
        </pc:picChg>
        <pc:picChg chg="add del mod topLvl">
          <ac:chgData name="Jack Bond" userId="d0613b4d9d68792d" providerId="LiveId" clId="{DAEA3D54-AD02-4E1B-A73A-AB467D915B21}" dt="2026-07-25T23:05:16.107" v="1546" actId="478"/>
          <ac:picMkLst>
            <pc:docMk/>
            <pc:sldMk cId="4132167343" sldId="277"/>
            <ac:picMk id="23" creationId="{8310C146-E2A6-2E7D-EA96-BD6CC8BC1638}"/>
          </ac:picMkLst>
        </pc:picChg>
        <pc:picChg chg="add del mod topLvl">
          <ac:chgData name="Jack Bond" userId="d0613b4d9d68792d" providerId="LiveId" clId="{DAEA3D54-AD02-4E1B-A73A-AB467D915B21}" dt="2026-07-25T23:05:16.107" v="1546" actId="478"/>
          <ac:picMkLst>
            <pc:docMk/>
            <pc:sldMk cId="4132167343" sldId="277"/>
            <ac:picMk id="25" creationId="{DF40BC3A-5AB0-9F43-1EF4-00BF744AF209}"/>
          </ac:picMkLst>
        </pc:picChg>
      </pc:sldChg>
      <pc:sldChg chg="addSp delSp modSp add del mod">
        <pc:chgData name="Jack Bond" userId="d0613b4d9d68792d" providerId="LiveId" clId="{DAEA3D54-AD02-4E1B-A73A-AB467D915B21}" dt="2026-07-25T23:03:43.779" v="1521" actId="47"/>
        <pc:sldMkLst>
          <pc:docMk/>
          <pc:sldMk cId="1492191763" sldId="278"/>
        </pc:sldMkLst>
        <pc:picChg chg="add mod">
          <ac:chgData name="Jack Bond" userId="d0613b4d9d68792d" providerId="LiveId" clId="{DAEA3D54-AD02-4E1B-A73A-AB467D915B21}" dt="2026-07-07T16:09:40.604" v="1476" actId="1076"/>
          <ac:picMkLst>
            <pc:docMk/>
            <pc:sldMk cId="1492191763" sldId="278"/>
            <ac:picMk id="3" creationId="{EBCA8309-39DF-ED2A-4F9A-D372C80CFD21}"/>
          </ac:picMkLst>
        </pc:picChg>
        <pc:picChg chg="add mod">
          <ac:chgData name="Jack Bond" userId="d0613b4d9d68792d" providerId="LiveId" clId="{DAEA3D54-AD02-4E1B-A73A-AB467D915B21}" dt="2026-07-07T16:48:06.638" v="1494" actId="1076"/>
          <ac:picMkLst>
            <pc:docMk/>
            <pc:sldMk cId="1492191763" sldId="278"/>
            <ac:picMk id="6" creationId="{EAF8F780-D716-E7A8-1AA5-0CE09CDA2FDB}"/>
          </ac:picMkLst>
        </pc:picChg>
        <pc:picChg chg="add mod">
          <ac:chgData name="Jack Bond" userId="d0613b4d9d68792d" providerId="LiveId" clId="{DAEA3D54-AD02-4E1B-A73A-AB467D915B21}" dt="2026-07-07T16:48:08.813" v="1495" actId="1076"/>
          <ac:picMkLst>
            <pc:docMk/>
            <pc:sldMk cId="1492191763" sldId="278"/>
            <ac:picMk id="9" creationId="{142CBAE7-E347-8ACE-114A-FDA4D0E9053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D43E-791D-1E72-B7C5-770A78B7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A2FDCBC-00BC-29C6-DA72-7E9033FEF98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63" y="1470634"/>
            <a:ext cx="7431273" cy="808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7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10239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2026-07-25T23:05:21Z</dcterms:modified>
</cp:coreProperties>
</file>