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49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8457EDA5-91C3-5EA1-FBC7-CA6A722C0A1C}"/>
              </a:ext>
            </a:extLst>
          </p:cNvPr>
          <p:cNvGrpSpPr/>
          <p:nvPr/>
        </p:nvGrpSpPr>
        <p:grpSpPr>
          <a:xfrm>
            <a:off x="5011529" y="0"/>
            <a:ext cx="2673297" cy="2505678"/>
            <a:chOff x="3666720" y="523489"/>
            <a:chExt cx="3878401" cy="3635221"/>
          </a:xfrm>
        </p:grpSpPr>
        <p:pic>
          <p:nvPicPr>
            <p:cNvPr id="1034" name="Picture 10" descr="Ghast - Monsters - D&amp;D Beyond">
              <a:extLst>
                <a:ext uri="{FF2B5EF4-FFF2-40B4-BE49-F238E27FC236}">
                  <a16:creationId xmlns:a16="http://schemas.microsoft.com/office/drawing/2014/main" id="{D394C326-C710-B203-8B2E-E6A2A42926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7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884" r="42987" b="77726"/>
            <a:stretch/>
          </p:blipFill>
          <p:spPr bwMode="auto">
            <a:xfrm rot="658876">
              <a:off x="5639439" y="523489"/>
              <a:ext cx="1253626" cy="19065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Ichor Sythesizer MtG Art from Phyrexia: All Will Be One Set by Sam Wolfe  Connelly - Art of Magic: the Gathering">
              <a:extLst>
                <a:ext uri="{FF2B5EF4-FFF2-40B4-BE49-F238E27FC236}">
                  <a16:creationId xmlns:a16="http://schemas.microsoft.com/office/drawing/2014/main" id="{5870F7E1-2D90-4291-3491-E7EA041406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4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10" t="31112" r="49992"/>
            <a:stretch/>
          </p:blipFill>
          <p:spPr bwMode="auto">
            <a:xfrm flipH="1">
              <a:off x="5885562" y="587830"/>
              <a:ext cx="1659559" cy="35398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Ichor Sythesizer MtG Art from Phyrexia: All Will Be One Set by Sam Wolfe  Connelly - Art of Magic: the Gathering">
              <a:extLst>
                <a:ext uri="{FF2B5EF4-FFF2-40B4-BE49-F238E27FC236}">
                  <a16:creationId xmlns:a16="http://schemas.microsoft.com/office/drawing/2014/main" id="{89E14300-0CB8-D04B-9CDB-787D79D106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4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10" t="31112" r="49992"/>
            <a:stretch/>
          </p:blipFill>
          <p:spPr bwMode="auto">
            <a:xfrm>
              <a:off x="3675226" y="587830"/>
              <a:ext cx="2210338" cy="3570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(portrait)">
              <a:extLst>
                <a:ext uri="{FF2B5EF4-FFF2-40B4-BE49-F238E27FC236}">
                  <a16:creationId xmlns:a16="http://schemas.microsoft.com/office/drawing/2014/main" id="{5529F7A9-8D53-A9CA-4E57-940763FB13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089"/>
            <a:stretch/>
          </p:blipFill>
          <p:spPr bwMode="auto">
            <a:xfrm>
              <a:off x="3666720" y="587829"/>
              <a:ext cx="3810001" cy="3539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9" descr="A close-up of a paper&#10;&#10;Description automatically generated">
            <a:extLst>
              <a:ext uri="{FF2B5EF4-FFF2-40B4-BE49-F238E27FC236}">
                <a16:creationId xmlns:a16="http://schemas.microsoft.com/office/drawing/2014/main" id="{056775FD-CBB8-E5F8-25D4-1C888873D6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5062771"/>
            <a:ext cx="3592285" cy="502919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8D1C14F-209D-5EAA-E3F5-075B8E7B224F}"/>
              </a:ext>
            </a:extLst>
          </p:cNvPr>
          <p:cNvGrpSpPr/>
          <p:nvPr/>
        </p:nvGrpSpPr>
        <p:grpSpPr>
          <a:xfrm>
            <a:off x="23641" y="7037043"/>
            <a:ext cx="3177943" cy="3004457"/>
            <a:chOff x="496389" y="640080"/>
            <a:chExt cx="3838575" cy="362902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BEFC4D7-C440-5728-98EB-3BCB44AE3A23}"/>
                </a:ext>
              </a:extLst>
            </p:cNvPr>
            <p:cNvSpPr/>
            <p:nvPr/>
          </p:nvSpPr>
          <p:spPr>
            <a:xfrm>
              <a:off x="496389" y="640080"/>
              <a:ext cx="3838575" cy="3629025"/>
            </a:xfrm>
            <a:prstGeom prst="rect">
              <a:avLst/>
            </a:prstGeom>
            <a:solidFill>
              <a:srgbClr val="6649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2" descr="Manticore, Survival of the Imagination | The Witches' Circle Amino">
              <a:extLst>
                <a:ext uri="{FF2B5EF4-FFF2-40B4-BE49-F238E27FC236}">
                  <a16:creationId xmlns:a16="http://schemas.microsoft.com/office/drawing/2014/main" id="{E6211CE1-DF9E-BD3B-E1B7-FA118A87B2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389" y="640080"/>
              <a:ext cx="3838575" cy="3629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867498-F06E-1475-1198-FCE0A98F474F}"/>
              </a:ext>
            </a:extLst>
          </p:cNvPr>
          <p:cNvGrpSpPr/>
          <p:nvPr/>
        </p:nvGrpSpPr>
        <p:grpSpPr>
          <a:xfrm flipV="1">
            <a:off x="23641" y="4032585"/>
            <a:ext cx="3177943" cy="3004458"/>
            <a:chOff x="496389" y="640080"/>
            <a:chExt cx="3838575" cy="362902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8076F24-EAC8-DBDF-506A-7B990AE38CE9}"/>
                </a:ext>
              </a:extLst>
            </p:cNvPr>
            <p:cNvSpPr/>
            <p:nvPr/>
          </p:nvSpPr>
          <p:spPr>
            <a:xfrm>
              <a:off x="496389" y="640080"/>
              <a:ext cx="3838575" cy="3629025"/>
            </a:xfrm>
            <a:prstGeom prst="rect">
              <a:avLst/>
            </a:prstGeom>
            <a:solidFill>
              <a:srgbClr val="6649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2" descr="Manticore, Survival of the Imagination | The Witches' Circle Amino">
              <a:extLst>
                <a:ext uri="{FF2B5EF4-FFF2-40B4-BE49-F238E27FC236}">
                  <a16:creationId xmlns:a16="http://schemas.microsoft.com/office/drawing/2014/main" id="{65AB8DEB-FCA7-9201-98E0-3D65392EC8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389" y="640080"/>
              <a:ext cx="3838575" cy="3629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2" name="Picture 21" descr="A close up of a plant&#10;&#10;Description automatically generated">
            <a:extLst>
              <a:ext uri="{FF2B5EF4-FFF2-40B4-BE49-F238E27FC236}">
                <a16:creationId xmlns:a16="http://schemas.microsoft.com/office/drawing/2014/main" id="{35071055-C4EE-FD33-BF28-A49CEDFCC0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39636" y="-135060"/>
            <a:ext cx="778800" cy="1427799"/>
          </a:xfrm>
          <a:prstGeom prst="rect">
            <a:avLst/>
          </a:prstGeom>
        </p:spPr>
      </p:pic>
      <p:pic>
        <p:nvPicPr>
          <p:cNvPr id="23" name="Picture 22" descr="A close up of a plant&#10;&#10;Description automatically generated">
            <a:extLst>
              <a:ext uri="{FF2B5EF4-FFF2-40B4-BE49-F238E27FC236}">
                <a16:creationId xmlns:a16="http://schemas.microsoft.com/office/drawing/2014/main" id="{236B978B-A8A5-CC9A-2EC1-0CE0F775AB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39636" y="2832492"/>
            <a:ext cx="778800" cy="1427799"/>
          </a:xfrm>
          <a:prstGeom prst="rect">
            <a:avLst/>
          </a:prstGeom>
        </p:spPr>
      </p:pic>
      <p:pic>
        <p:nvPicPr>
          <p:cNvPr id="24" name="Picture 23" descr="A close up of a plant&#10;&#10;Description automatically generated">
            <a:extLst>
              <a:ext uri="{FF2B5EF4-FFF2-40B4-BE49-F238E27FC236}">
                <a16:creationId xmlns:a16="http://schemas.microsoft.com/office/drawing/2014/main" id="{436F0993-2919-BA8A-F655-A64F5819C5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191" y="3247547"/>
            <a:ext cx="778800" cy="1427799"/>
          </a:xfrm>
          <a:prstGeom prst="rect">
            <a:avLst/>
          </a:prstGeom>
        </p:spPr>
      </p:pic>
      <p:pic>
        <p:nvPicPr>
          <p:cNvPr id="25" name="Picture 24" descr="A close up of a plant&#10;&#10;Description automatically generated">
            <a:extLst>
              <a:ext uri="{FF2B5EF4-FFF2-40B4-BE49-F238E27FC236}">
                <a16:creationId xmlns:a16="http://schemas.microsoft.com/office/drawing/2014/main" id="{613E5446-3A34-F0C5-C6EE-D00CCBCC23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39636" y="1918058"/>
            <a:ext cx="778800" cy="1427799"/>
          </a:xfrm>
          <a:prstGeom prst="rect">
            <a:avLst/>
          </a:prstGeom>
        </p:spPr>
      </p:pic>
      <p:pic>
        <p:nvPicPr>
          <p:cNvPr id="26" name="Picture 25" descr="A close up of a plant&#10;&#10;Description automatically generated">
            <a:extLst>
              <a:ext uri="{FF2B5EF4-FFF2-40B4-BE49-F238E27FC236}">
                <a16:creationId xmlns:a16="http://schemas.microsoft.com/office/drawing/2014/main" id="{B63C1879-E585-D46E-478C-2282426255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129" y="3048954"/>
            <a:ext cx="778800" cy="1427799"/>
          </a:xfrm>
          <a:prstGeom prst="rect">
            <a:avLst/>
          </a:prstGeom>
        </p:spPr>
      </p:pic>
      <p:pic>
        <p:nvPicPr>
          <p:cNvPr id="27" name="Picture 26" descr="A close up of a plant&#10;&#10;Description automatically generated">
            <a:extLst>
              <a:ext uri="{FF2B5EF4-FFF2-40B4-BE49-F238E27FC236}">
                <a16:creationId xmlns:a16="http://schemas.microsoft.com/office/drawing/2014/main" id="{2FAABB4F-A441-CA52-EA66-5611ECB083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48141" y="876768"/>
            <a:ext cx="778800" cy="142779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D5CE896-9500-BF4D-5E70-2B79EA7D6C01}"/>
              </a:ext>
            </a:extLst>
          </p:cNvPr>
          <p:cNvGrpSpPr/>
          <p:nvPr/>
        </p:nvGrpSpPr>
        <p:grpSpPr>
          <a:xfrm flipH="1">
            <a:off x="2399382" y="0"/>
            <a:ext cx="2626149" cy="2505678"/>
            <a:chOff x="3666720" y="523489"/>
            <a:chExt cx="3878401" cy="3635221"/>
          </a:xfrm>
        </p:grpSpPr>
        <p:pic>
          <p:nvPicPr>
            <p:cNvPr id="8" name="Picture 10" descr="Ghast - Monsters - D&amp;D Beyond">
              <a:extLst>
                <a:ext uri="{FF2B5EF4-FFF2-40B4-BE49-F238E27FC236}">
                  <a16:creationId xmlns:a16="http://schemas.microsoft.com/office/drawing/2014/main" id="{BAAE323D-B7EF-63A3-B920-3119F1941D6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7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884" r="42987" b="77726"/>
            <a:stretch/>
          </p:blipFill>
          <p:spPr bwMode="auto">
            <a:xfrm rot="658876">
              <a:off x="5639439" y="523489"/>
              <a:ext cx="1253626" cy="19065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2" descr="Ichor Sythesizer MtG Art from Phyrexia: All Will Be One Set by Sam Wolfe  Connelly - Art of Magic: the Gathering">
              <a:extLst>
                <a:ext uri="{FF2B5EF4-FFF2-40B4-BE49-F238E27FC236}">
                  <a16:creationId xmlns:a16="http://schemas.microsoft.com/office/drawing/2014/main" id="{F4A8636A-C420-BCA0-B8B3-B1EDD3C82D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4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10" t="31112" r="49992"/>
            <a:stretch/>
          </p:blipFill>
          <p:spPr bwMode="auto">
            <a:xfrm flipH="1">
              <a:off x="5885562" y="587830"/>
              <a:ext cx="1659559" cy="35398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Ichor Sythesizer MtG Art from Phyrexia: All Will Be One Set by Sam Wolfe  Connelly - Art of Magic: the Gathering">
              <a:extLst>
                <a:ext uri="{FF2B5EF4-FFF2-40B4-BE49-F238E27FC236}">
                  <a16:creationId xmlns:a16="http://schemas.microsoft.com/office/drawing/2014/main" id="{6AFFC69D-E6D2-7CCB-884D-7B0C7663B8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4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10" t="31112" r="49992"/>
            <a:stretch/>
          </p:blipFill>
          <p:spPr bwMode="auto">
            <a:xfrm>
              <a:off x="3675226" y="587830"/>
              <a:ext cx="2210338" cy="3570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8" descr="(portrait)">
              <a:extLst>
                <a:ext uri="{FF2B5EF4-FFF2-40B4-BE49-F238E27FC236}">
                  <a16:creationId xmlns:a16="http://schemas.microsoft.com/office/drawing/2014/main" id="{CC31D2DD-19F9-D32E-618F-322116A541E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089"/>
            <a:stretch/>
          </p:blipFill>
          <p:spPr bwMode="auto">
            <a:xfrm>
              <a:off x="3666720" y="587829"/>
              <a:ext cx="3810001" cy="3539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Picture 12" descr="A close up of a plant&#10;&#10;Description automatically generated">
            <a:extLst>
              <a:ext uri="{FF2B5EF4-FFF2-40B4-BE49-F238E27FC236}">
                <a16:creationId xmlns:a16="http://schemas.microsoft.com/office/drawing/2014/main" id="{79E87D52-893D-6FBC-D1C6-FE127C4213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342" y="3048954"/>
            <a:ext cx="778800" cy="1427799"/>
          </a:xfrm>
          <a:prstGeom prst="rect">
            <a:avLst/>
          </a:prstGeom>
        </p:spPr>
      </p:pic>
      <p:pic>
        <p:nvPicPr>
          <p:cNvPr id="20" name="Picture 19" descr="A close up of a plant&#10;&#10;Description automatically generated">
            <a:extLst>
              <a:ext uri="{FF2B5EF4-FFF2-40B4-BE49-F238E27FC236}">
                <a16:creationId xmlns:a16="http://schemas.microsoft.com/office/drawing/2014/main" id="{0528079D-0F97-579E-E799-8B7C6AD205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724" y="3048955"/>
            <a:ext cx="778800" cy="142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66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89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5</cp:revision>
  <cp:lastPrinted>2023-10-03T17:56:29Z</cp:lastPrinted>
  <dcterms:created xsi:type="dcterms:W3CDTF">2023-08-15T22:34:31Z</dcterms:created>
  <dcterms:modified xsi:type="dcterms:W3CDTF">2023-10-03T17:57:02Z</dcterms:modified>
</cp:coreProperties>
</file>