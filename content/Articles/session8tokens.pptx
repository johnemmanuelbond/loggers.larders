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8" r:id="rId2"/>
    <p:sldId id="259" r:id="rId3"/>
    <p:sldId id="260" r:id="rId4"/>
    <p:sldId id="261" r:id="rId5"/>
    <p:sldId id="262" r:id="rId6"/>
    <p:sldId id="263" r:id="rId7"/>
  </p:sldIdLst>
  <p:sldSz cx="7772400" cy="1005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496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5" d="100"/>
          <a:sy n="75" d="100"/>
        </p:scale>
        <p:origin x="226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82930" y="1646133"/>
            <a:ext cx="6606540" cy="3501813"/>
          </a:xfrm>
        </p:spPr>
        <p:txBody>
          <a:bodyPr anchor="b"/>
          <a:lstStyle>
            <a:lvl1pPr algn="ctr">
              <a:defRPr sz="5100"/>
            </a:lvl1pPr>
          </a:lstStyle>
          <a:p>
            <a:r>
              <a:rPr lang="en-US"/>
              <a:t>Click to edit Master title style</a:t>
            </a:r>
            <a:endParaRPr lang="en-US" dirty="0"/>
          </a:p>
        </p:txBody>
      </p:sp>
      <p:sp>
        <p:nvSpPr>
          <p:cNvPr id="3" name="Subtitle 2"/>
          <p:cNvSpPr>
            <a:spLocks noGrp="1"/>
          </p:cNvSpPr>
          <p:nvPr>
            <p:ph type="subTitle" idx="1"/>
          </p:nvPr>
        </p:nvSpPr>
        <p:spPr>
          <a:xfrm>
            <a:off x="971550" y="5282989"/>
            <a:ext cx="5829300" cy="2428451"/>
          </a:xfrm>
        </p:spPr>
        <p:txBody>
          <a:bodyPr/>
          <a:lstStyle>
            <a:lvl1pPr marL="0" indent="0" algn="ctr">
              <a:buNone/>
              <a:defRPr sz="2040"/>
            </a:lvl1pPr>
            <a:lvl2pPr marL="388620" indent="0" algn="ctr">
              <a:buNone/>
              <a:defRPr sz="1700"/>
            </a:lvl2pPr>
            <a:lvl3pPr marL="777240" indent="0" algn="ctr">
              <a:buNone/>
              <a:defRPr sz="1530"/>
            </a:lvl3pPr>
            <a:lvl4pPr marL="1165860" indent="0" algn="ctr">
              <a:buNone/>
              <a:defRPr sz="1360"/>
            </a:lvl4pPr>
            <a:lvl5pPr marL="1554480" indent="0" algn="ctr">
              <a:buNone/>
              <a:defRPr sz="1360"/>
            </a:lvl5pPr>
            <a:lvl6pPr marL="1943100" indent="0" algn="ctr">
              <a:buNone/>
              <a:defRPr sz="1360"/>
            </a:lvl6pPr>
            <a:lvl7pPr marL="2331720" indent="0" algn="ctr">
              <a:buNone/>
              <a:defRPr sz="1360"/>
            </a:lvl7pPr>
            <a:lvl8pPr marL="2720340" indent="0" algn="ctr">
              <a:buNone/>
              <a:defRPr sz="1360"/>
            </a:lvl8pPr>
            <a:lvl9pPr marL="3108960" indent="0" algn="ctr">
              <a:buNone/>
              <a:defRPr sz="13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C4BEB1E-4C7A-4CCA-99B1-324C18C730E6}" type="datetimeFigureOut">
              <a:rPr lang="en-US" smtClean="0"/>
              <a:t>12/13/2023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1FB4B3-9B17-4EFC-A834-9A8EAB9166EA}" type="slidenum">
              <a:rPr lang="en-US" smtClean="0"/>
              <a:t>‹#›</a:t>
            </a:fld>
            <a:endParaRPr lang="en-US"/>
          </a:p>
        </p:txBody>
      </p:sp>
    </p:spTree>
    <p:extLst>
      <p:ext uri="{BB962C8B-B14F-4D97-AF65-F5344CB8AC3E}">
        <p14:creationId xmlns:p14="http://schemas.microsoft.com/office/powerpoint/2010/main" val="8960920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4BEB1E-4C7A-4CCA-99B1-324C18C730E6}" type="datetimeFigureOut">
              <a:rPr lang="en-US" smtClean="0"/>
              <a:t>12/13/2023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1FB4B3-9B17-4EFC-A834-9A8EAB9166EA}" type="slidenum">
              <a:rPr lang="en-US" smtClean="0"/>
              <a:t>‹#›</a:t>
            </a:fld>
            <a:endParaRPr lang="en-US"/>
          </a:p>
        </p:txBody>
      </p:sp>
    </p:spTree>
    <p:extLst>
      <p:ext uri="{BB962C8B-B14F-4D97-AF65-F5344CB8AC3E}">
        <p14:creationId xmlns:p14="http://schemas.microsoft.com/office/powerpoint/2010/main" val="1742878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05" y="2507618"/>
            <a:ext cx="6703695" cy="4184014"/>
          </a:xfrm>
        </p:spPr>
        <p:txBody>
          <a:bodyPr anchor="b"/>
          <a:lstStyle>
            <a:lvl1pPr>
              <a:defRPr sz="5100"/>
            </a:lvl1pPr>
          </a:lstStyle>
          <a:p>
            <a:r>
              <a:rPr lang="en-US"/>
              <a:t>Click to edit Master title style</a:t>
            </a:r>
            <a:endParaRPr lang="en-US" dirty="0"/>
          </a:p>
        </p:txBody>
      </p:sp>
      <p:sp>
        <p:nvSpPr>
          <p:cNvPr id="3" name="Text Placeholder 2"/>
          <p:cNvSpPr>
            <a:spLocks noGrp="1"/>
          </p:cNvSpPr>
          <p:nvPr>
            <p:ph type="body" idx="1"/>
          </p:nvPr>
        </p:nvSpPr>
        <p:spPr>
          <a:xfrm>
            <a:off x="530305" y="6731215"/>
            <a:ext cx="6703695" cy="2200274"/>
          </a:xfrm>
        </p:spPr>
        <p:txBody>
          <a:bodyPr/>
          <a:lstStyle>
            <a:lvl1pPr marL="0" indent="0">
              <a:buNone/>
              <a:defRPr sz="2040">
                <a:solidFill>
                  <a:schemeClr val="tx1"/>
                </a:solidFill>
              </a:defRPr>
            </a:lvl1pPr>
            <a:lvl2pPr marL="388620" indent="0">
              <a:buNone/>
              <a:defRPr sz="1700">
                <a:solidFill>
                  <a:schemeClr val="tx1">
                    <a:tint val="75000"/>
                  </a:schemeClr>
                </a:solidFill>
              </a:defRPr>
            </a:lvl2pPr>
            <a:lvl3pPr marL="777240" indent="0">
              <a:buNone/>
              <a:defRPr sz="1530">
                <a:solidFill>
                  <a:schemeClr val="tx1">
                    <a:tint val="75000"/>
                  </a:schemeClr>
                </a:solidFill>
              </a:defRPr>
            </a:lvl3pPr>
            <a:lvl4pPr marL="1165860" indent="0">
              <a:buNone/>
              <a:defRPr sz="1360">
                <a:solidFill>
                  <a:schemeClr val="tx1">
                    <a:tint val="75000"/>
                  </a:schemeClr>
                </a:solidFill>
              </a:defRPr>
            </a:lvl4pPr>
            <a:lvl5pPr marL="1554480" indent="0">
              <a:buNone/>
              <a:defRPr sz="1360">
                <a:solidFill>
                  <a:schemeClr val="tx1">
                    <a:tint val="75000"/>
                  </a:schemeClr>
                </a:solidFill>
              </a:defRPr>
            </a:lvl5pPr>
            <a:lvl6pPr marL="1943100" indent="0">
              <a:buNone/>
              <a:defRPr sz="1360">
                <a:solidFill>
                  <a:schemeClr val="tx1">
                    <a:tint val="75000"/>
                  </a:schemeClr>
                </a:solidFill>
              </a:defRPr>
            </a:lvl6pPr>
            <a:lvl7pPr marL="2331720" indent="0">
              <a:buNone/>
              <a:defRPr sz="1360">
                <a:solidFill>
                  <a:schemeClr val="tx1">
                    <a:tint val="75000"/>
                  </a:schemeClr>
                </a:solidFill>
              </a:defRPr>
            </a:lvl7pPr>
            <a:lvl8pPr marL="2720340" indent="0">
              <a:buNone/>
              <a:defRPr sz="1360">
                <a:solidFill>
                  <a:schemeClr val="tx1">
                    <a:tint val="75000"/>
                  </a:schemeClr>
                </a:solidFill>
              </a:defRPr>
            </a:lvl8pPr>
            <a:lvl9pPr marL="3108960" indent="0">
              <a:buNone/>
              <a:defRPr sz="13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4BEB1E-4C7A-4CCA-99B1-324C18C730E6}" type="datetimeFigureOut">
              <a:rPr lang="en-US" smtClean="0"/>
              <a:t>12/13/2023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1FB4B3-9B17-4EFC-A834-9A8EAB9166EA}" type="slidenum">
              <a:rPr lang="en-US" smtClean="0"/>
              <a:t>‹#›</a:t>
            </a:fld>
            <a:endParaRPr lang="en-US"/>
          </a:p>
        </p:txBody>
      </p:sp>
    </p:spTree>
    <p:extLst>
      <p:ext uri="{BB962C8B-B14F-4D97-AF65-F5344CB8AC3E}">
        <p14:creationId xmlns:p14="http://schemas.microsoft.com/office/powerpoint/2010/main" val="1082173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34353" y="2677584"/>
            <a:ext cx="3303270" cy="6381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934778" y="2677584"/>
            <a:ext cx="3303270" cy="6381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C4BEB1E-4C7A-4CCA-99B1-324C18C730E6}" type="datetimeFigureOut">
              <a:rPr lang="en-US" smtClean="0"/>
              <a:t>12/13/2023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1FB4B3-9B17-4EFC-A834-9A8EAB9166EA}" type="slidenum">
              <a:rPr lang="en-US" smtClean="0"/>
              <a:t>‹#›</a:t>
            </a:fld>
            <a:endParaRPr lang="en-US"/>
          </a:p>
        </p:txBody>
      </p:sp>
    </p:spTree>
    <p:extLst>
      <p:ext uri="{BB962C8B-B14F-4D97-AF65-F5344CB8AC3E}">
        <p14:creationId xmlns:p14="http://schemas.microsoft.com/office/powerpoint/2010/main" val="41894283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5365" y="535519"/>
            <a:ext cx="6703695" cy="1944159"/>
          </a:xfrm>
        </p:spPr>
        <p:txBody>
          <a:bodyPr/>
          <a:lstStyle/>
          <a:p>
            <a:r>
              <a:rPr lang="en-US"/>
              <a:t>Click to edit Master title style</a:t>
            </a:r>
            <a:endParaRPr lang="en-US" dirty="0"/>
          </a:p>
        </p:txBody>
      </p:sp>
      <p:sp>
        <p:nvSpPr>
          <p:cNvPr id="3" name="Text Placeholder 2"/>
          <p:cNvSpPr>
            <a:spLocks noGrp="1"/>
          </p:cNvSpPr>
          <p:nvPr>
            <p:ph type="body" idx="1"/>
          </p:nvPr>
        </p:nvSpPr>
        <p:spPr>
          <a:xfrm>
            <a:off x="535366" y="2465706"/>
            <a:ext cx="3288089" cy="1208404"/>
          </a:xfrm>
        </p:spPr>
        <p:txBody>
          <a:bodyPr anchor="b"/>
          <a:lstStyle>
            <a:lvl1pPr marL="0" indent="0">
              <a:buNone/>
              <a:defRPr sz="2040" b="1"/>
            </a:lvl1pPr>
            <a:lvl2pPr marL="388620" indent="0">
              <a:buNone/>
              <a:defRPr sz="1700" b="1"/>
            </a:lvl2pPr>
            <a:lvl3pPr marL="777240" indent="0">
              <a:buNone/>
              <a:defRPr sz="1530" b="1"/>
            </a:lvl3pPr>
            <a:lvl4pPr marL="1165860" indent="0">
              <a:buNone/>
              <a:defRPr sz="1360" b="1"/>
            </a:lvl4pPr>
            <a:lvl5pPr marL="1554480" indent="0">
              <a:buNone/>
              <a:defRPr sz="1360" b="1"/>
            </a:lvl5pPr>
            <a:lvl6pPr marL="1943100" indent="0">
              <a:buNone/>
              <a:defRPr sz="1360" b="1"/>
            </a:lvl6pPr>
            <a:lvl7pPr marL="2331720" indent="0">
              <a:buNone/>
              <a:defRPr sz="1360" b="1"/>
            </a:lvl7pPr>
            <a:lvl8pPr marL="2720340" indent="0">
              <a:buNone/>
              <a:defRPr sz="1360" b="1"/>
            </a:lvl8pPr>
            <a:lvl9pPr marL="3108960" indent="0">
              <a:buNone/>
              <a:defRPr sz="1360" b="1"/>
            </a:lvl9pPr>
          </a:lstStyle>
          <a:p>
            <a:pPr lvl="0"/>
            <a:r>
              <a:rPr lang="en-US"/>
              <a:t>Click to edit Master text styles</a:t>
            </a:r>
          </a:p>
        </p:txBody>
      </p:sp>
      <p:sp>
        <p:nvSpPr>
          <p:cNvPr id="4" name="Content Placeholder 3"/>
          <p:cNvSpPr>
            <a:spLocks noGrp="1"/>
          </p:cNvSpPr>
          <p:nvPr>
            <p:ph sz="half" idx="2"/>
          </p:nvPr>
        </p:nvSpPr>
        <p:spPr>
          <a:xfrm>
            <a:off x="535366" y="3674110"/>
            <a:ext cx="3288089" cy="5404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934778" y="2465706"/>
            <a:ext cx="3304282" cy="1208404"/>
          </a:xfrm>
        </p:spPr>
        <p:txBody>
          <a:bodyPr anchor="b"/>
          <a:lstStyle>
            <a:lvl1pPr marL="0" indent="0">
              <a:buNone/>
              <a:defRPr sz="2040" b="1"/>
            </a:lvl1pPr>
            <a:lvl2pPr marL="388620" indent="0">
              <a:buNone/>
              <a:defRPr sz="1700" b="1"/>
            </a:lvl2pPr>
            <a:lvl3pPr marL="777240" indent="0">
              <a:buNone/>
              <a:defRPr sz="1530" b="1"/>
            </a:lvl3pPr>
            <a:lvl4pPr marL="1165860" indent="0">
              <a:buNone/>
              <a:defRPr sz="1360" b="1"/>
            </a:lvl4pPr>
            <a:lvl5pPr marL="1554480" indent="0">
              <a:buNone/>
              <a:defRPr sz="1360" b="1"/>
            </a:lvl5pPr>
            <a:lvl6pPr marL="1943100" indent="0">
              <a:buNone/>
              <a:defRPr sz="1360" b="1"/>
            </a:lvl6pPr>
            <a:lvl7pPr marL="2331720" indent="0">
              <a:buNone/>
              <a:defRPr sz="1360" b="1"/>
            </a:lvl7pPr>
            <a:lvl8pPr marL="2720340" indent="0">
              <a:buNone/>
              <a:defRPr sz="1360" b="1"/>
            </a:lvl8pPr>
            <a:lvl9pPr marL="3108960" indent="0">
              <a:buNone/>
              <a:defRPr sz="1360" b="1"/>
            </a:lvl9pPr>
          </a:lstStyle>
          <a:p>
            <a:pPr lvl="0"/>
            <a:r>
              <a:rPr lang="en-US"/>
              <a:t>Click to edit Master text styles</a:t>
            </a:r>
          </a:p>
        </p:txBody>
      </p:sp>
      <p:sp>
        <p:nvSpPr>
          <p:cNvPr id="6" name="Content Placeholder 5"/>
          <p:cNvSpPr>
            <a:spLocks noGrp="1"/>
          </p:cNvSpPr>
          <p:nvPr>
            <p:ph sz="quarter" idx="4"/>
          </p:nvPr>
        </p:nvSpPr>
        <p:spPr>
          <a:xfrm>
            <a:off x="3934778" y="3674110"/>
            <a:ext cx="3304282" cy="5404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C4BEB1E-4C7A-4CCA-99B1-324C18C730E6}" type="datetimeFigureOut">
              <a:rPr lang="en-US" smtClean="0"/>
              <a:t>12/13/2023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71FB4B3-9B17-4EFC-A834-9A8EAB9166EA}" type="slidenum">
              <a:rPr lang="en-US" smtClean="0"/>
              <a:t>‹#›</a:t>
            </a:fld>
            <a:endParaRPr lang="en-US"/>
          </a:p>
        </p:txBody>
      </p:sp>
    </p:spTree>
    <p:extLst>
      <p:ext uri="{BB962C8B-B14F-4D97-AF65-F5344CB8AC3E}">
        <p14:creationId xmlns:p14="http://schemas.microsoft.com/office/powerpoint/2010/main" val="15004088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C4BEB1E-4C7A-4CCA-99B1-324C18C730E6}" type="datetimeFigureOut">
              <a:rPr lang="en-US" smtClean="0"/>
              <a:t>12/13/2023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71FB4B3-9B17-4EFC-A834-9A8EAB9166EA}" type="slidenum">
              <a:rPr lang="en-US" smtClean="0"/>
              <a:t>‹#›</a:t>
            </a:fld>
            <a:endParaRPr lang="en-US"/>
          </a:p>
        </p:txBody>
      </p:sp>
    </p:spTree>
    <p:extLst>
      <p:ext uri="{BB962C8B-B14F-4D97-AF65-F5344CB8AC3E}">
        <p14:creationId xmlns:p14="http://schemas.microsoft.com/office/powerpoint/2010/main" val="6560395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4BEB1E-4C7A-4CCA-99B1-324C18C730E6}" type="datetimeFigureOut">
              <a:rPr lang="en-US" smtClean="0"/>
              <a:t>12/13/2023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71FB4B3-9B17-4EFC-A834-9A8EAB9166EA}" type="slidenum">
              <a:rPr lang="en-US" smtClean="0"/>
              <a:t>‹#›</a:t>
            </a:fld>
            <a:endParaRPr lang="en-US"/>
          </a:p>
        </p:txBody>
      </p:sp>
    </p:spTree>
    <p:extLst>
      <p:ext uri="{BB962C8B-B14F-4D97-AF65-F5344CB8AC3E}">
        <p14:creationId xmlns:p14="http://schemas.microsoft.com/office/powerpoint/2010/main" val="20311344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65" y="670560"/>
            <a:ext cx="2506801" cy="2346960"/>
          </a:xfrm>
        </p:spPr>
        <p:txBody>
          <a:bodyPr anchor="b"/>
          <a:lstStyle>
            <a:lvl1pPr>
              <a:defRPr sz="2720"/>
            </a:lvl1pPr>
          </a:lstStyle>
          <a:p>
            <a:r>
              <a:rPr lang="en-US"/>
              <a:t>Click to edit Master title style</a:t>
            </a:r>
            <a:endParaRPr lang="en-US" dirty="0"/>
          </a:p>
        </p:txBody>
      </p:sp>
      <p:sp>
        <p:nvSpPr>
          <p:cNvPr id="3" name="Content Placeholder 2"/>
          <p:cNvSpPr>
            <a:spLocks noGrp="1"/>
          </p:cNvSpPr>
          <p:nvPr>
            <p:ph idx="1"/>
          </p:nvPr>
        </p:nvSpPr>
        <p:spPr>
          <a:xfrm>
            <a:off x="3304282" y="1448226"/>
            <a:ext cx="3934778" cy="7147983"/>
          </a:xfrm>
        </p:spPr>
        <p:txBody>
          <a:bodyPr/>
          <a:lstStyle>
            <a:lvl1pPr>
              <a:defRPr sz="2720"/>
            </a:lvl1pPr>
            <a:lvl2pPr>
              <a:defRPr sz="2380"/>
            </a:lvl2pPr>
            <a:lvl3pPr>
              <a:defRPr sz="204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35365" y="3017520"/>
            <a:ext cx="2506801" cy="5590329"/>
          </a:xfrm>
        </p:spPr>
        <p:txBody>
          <a:bodyPr/>
          <a:lstStyle>
            <a:lvl1pPr marL="0" indent="0">
              <a:buNone/>
              <a:defRPr sz="1360"/>
            </a:lvl1pPr>
            <a:lvl2pPr marL="388620" indent="0">
              <a:buNone/>
              <a:defRPr sz="1190"/>
            </a:lvl2pPr>
            <a:lvl3pPr marL="777240" indent="0">
              <a:buNone/>
              <a:defRPr sz="1020"/>
            </a:lvl3pPr>
            <a:lvl4pPr marL="1165860" indent="0">
              <a:buNone/>
              <a:defRPr sz="850"/>
            </a:lvl4pPr>
            <a:lvl5pPr marL="1554480" indent="0">
              <a:buNone/>
              <a:defRPr sz="850"/>
            </a:lvl5pPr>
            <a:lvl6pPr marL="1943100" indent="0">
              <a:buNone/>
              <a:defRPr sz="850"/>
            </a:lvl6pPr>
            <a:lvl7pPr marL="2331720" indent="0">
              <a:buNone/>
              <a:defRPr sz="850"/>
            </a:lvl7pPr>
            <a:lvl8pPr marL="2720340" indent="0">
              <a:buNone/>
              <a:defRPr sz="850"/>
            </a:lvl8pPr>
            <a:lvl9pPr marL="3108960" indent="0">
              <a:buNone/>
              <a:defRPr sz="850"/>
            </a:lvl9pPr>
          </a:lstStyle>
          <a:p>
            <a:pPr lvl="0"/>
            <a:r>
              <a:rPr lang="en-US"/>
              <a:t>Click to edit Master text styles</a:t>
            </a:r>
          </a:p>
        </p:txBody>
      </p:sp>
      <p:sp>
        <p:nvSpPr>
          <p:cNvPr id="5" name="Date Placeholder 4"/>
          <p:cNvSpPr>
            <a:spLocks noGrp="1"/>
          </p:cNvSpPr>
          <p:nvPr>
            <p:ph type="dt" sz="half" idx="10"/>
          </p:nvPr>
        </p:nvSpPr>
        <p:spPr/>
        <p:txBody>
          <a:bodyPr/>
          <a:lstStyle/>
          <a:p>
            <a:fld id="{1C4BEB1E-4C7A-4CCA-99B1-324C18C730E6}" type="datetimeFigureOut">
              <a:rPr lang="en-US" smtClean="0"/>
              <a:t>12/13/2023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1FB4B3-9B17-4EFC-A834-9A8EAB9166EA}" type="slidenum">
              <a:rPr lang="en-US" smtClean="0"/>
              <a:t>‹#›</a:t>
            </a:fld>
            <a:endParaRPr lang="en-US"/>
          </a:p>
        </p:txBody>
      </p:sp>
    </p:spTree>
    <p:extLst>
      <p:ext uri="{BB962C8B-B14F-4D97-AF65-F5344CB8AC3E}">
        <p14:creationId xmlns:p14="http://schemas.microsoft.com/office/powerpoint/2010/main" val="2484895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65" y="670560"/>
            <a:ext cx="2506801" cy="2346960"/>
          </a:xfrm>
        </p:spPr>
        <p:txBody>
          <a:bodyPr anchor="b"/>
          <a:lstStyle>
            <a:lvl1pPr>
              <a:defRPr sz="2720"/>
            </a:lvl1pPr>
          </a:lstStyle>
          <a:p>
            <a:r>
              <a:rPr lang="en-US"/>
              <a:t>Click to edit Master title style</a:t>
            </a:r>
            <a:endParaRPr lang="en-US" dirty="0"/>
          </a:p>
        </p:txBody>
      </p:sp>
      <p:sp>
        <p:nvSpPr>
          <p:cNvPr id="3" name="Picture Placeholder 2"/>
          <p:cNvSpPr>
            <a:spLocks noGrp="1" noChangeAspect="1"/>
          </p:cNvSpPr>
          <p:nvPr>
            <p:ph type="pic" idx="1"/>
          </p:nvPr>
        </p:nvSpPr>
        <p:spPr>
          <a:xfrm>
            <a:off x="3304282" y="1448226"/>
            <a:ext cx="3934778" cy="7147983"/>
          </a:xfrm>
        </p:spPr>
        <p:txBody>
          <a:bodyPr anchor="t"/>
          <a:lstStyle>
            <a:lvl1pPr marL="0" indent="0">
              <a:buNone/>
              <a:defRPr sz="2720"/>
            </a:lvl1pPr>
            <a:lvl2pPr marL="388620" indent="0">
              <a:buNone/>
              <a:defRPr sz="2380"/>
            </a:lvl2pPr>
            <a:lvl3pPr marL="777240" indent="0">
              <a:buNone/>
              <a:defRPr sz="2040"/>
            </a:lvl3pPr>
            <a:lvl4pPr marL="1165860" indent="0">
              <a:buNone/>
              <a:defRPr sz="1700"/>
            </a:lvl4pPr>
            <a:lvl5pPr marL="1554480" indent="0">
              <a:buNone/>
              <a:defRPr sz="1700"/>
            </a:lvl5pPr>
            <a:lvl6pPr marL="1943100" indent="0">
              <a:buNone/>
              <a:defRPr sz="1700"/>
            </a:lvl6pPr>
            <a:lvl7pPr marL="2331720" indent="0">
              <a:buNone/>
              <a:defRPr sz="1700"/>
            </a:lvl7pPr>
            <a:lvl8pPr marL="2720340" indent="0">
              <a:buNone/>
              <a:defRPr sz="1700"/>
            </a:lvl8pPr>
            <a:lvl9pPr marL="3108960" indent="0">
              <a:buNone/>
              <a:defRPr sz="1700"/>
            </a:lvl9pPr>
          </a:lstStyle>
          <a:p>
            <a:r>
              <a:rPr lang="en-US"/>
              <a:t>Click icon to add picture</a:t>
            </a:r>
            <a:endParaRPr lang="en-US" dirty="0"/>
          </a:p>
        </p:txBody>
      </p:sp>
      <p:sp>
        <p:nvSpPr>
          <p:cNvPr id="4" name="Text Placeholder 3"/>
          <p:cNvSpPr>
            <a:spLocks noGrp="1"/>
          </p:cNvSpPr>
          <p:nvPr>
            <p:ph type="body" sz="half" idx="2"/>
          </p:nvPr>
        </p:nvSpPr>
        <p:spPr>
          <a:xfrm>
            <a:off x="535365" y="3017520"/>
            <a:ext cx="2506801" cy="5590329"/>
          </a:xfrm>
        </p:spPr>
        <p:txBody>
          <a:bodyPr/>
          <a:lstStyle>
            <a:lvl1pPr marL="0" indent="0">
              <a:buNone/>
              <a:defRPr sz="1360"/>
            </a:lvl1pPr>
            <a:lvl2pPr marL="388620" indent="0">
              <a:buNone/>
              <a:defRPr sz="1190"/>
            </a:lvl2pPr>
            <a:lvl3pPr marL="777240" indent="0">
              <a:buNone/>
              <a:defRPr sz="1020"/>
            </a:lvl3pPr>
            <a:lvl4pPr marL="1165860" indent="0">
              <a:buNone/>
              <a:defRPr sz="850"/>
            </a:lvl4pPr>
            <a:lvl5pPr marL="1554480" indent="0">
              <a:buNone/>
              <a:defRPr sz="850"/>
            </a:lvl5pPr>
            <a:lvl6pPr marL="1943100" indent="0">
              <a:buNone/>
              <a:defRPr sz="850"/>
            </a:lvl6pPr>
            <a:lvl7pPr marL="2331720" indent="0">
              <a:buNone/>
              <a:defRPr sz="850"/>
            </a:lvl7pPr>
            <a:lvl8pPr marL="2720340" indent="0">
              <a:buNone/>
              <a:defRPr sz="850"/>
            </a:lvl8pPr>
            <a:lvl9pPr marL="3108960" indent="0">
              <a:buNone/>
              <a:defRPr sz="850"/>
            </a:lvl9pPr>
          </a:lstStyle>
          <a:p>
            <a:pPr lvl="0"/>
            <a:r>
              <a:rPr lang="en-US"/>
              <a:t>Click to edit Master text styles</a:t>
            </a:r>
          </a:p>
        </p:txBody>
      </p:sp>
      <p:sp>
        <p:nvSpPr>
          <p:cNvPr id="5" name="Date Placeholder 4"/>
          <p:cNvSpPr>
            <a:spLocks noGrp="1"/>
          </p:cNvSpPr>
          <p:nvPr>
            <p:ph type="dt" sz="half" idx="10"/>
          </p:nvPr>
        </p:nvSpPr>
        <p:spPr/>
        <p:txBody>
          <a:bodyPr/>
          <a:lstStyle/>
          <a:p>
            <a:fld id="{1C4BEB1E-4C7A-4CCA-99B1-324C18C730E6}" type="datetimeFigureOut">
              <a:rPr lang="en-US" smtClean="0"/>
              <a:t>12/13/2023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1FB4B3-9B17-4EFC-A834-9A8EAB9166EA}" type="slidenum">
              <a:rPr lang="en-US" smtClean="0"/>
              <a:t>‹#›</a:t>
            </a:fld>
            <a:endParaRPr lang="en-US"/>
          </a:p>
        </p:txBody>
      </p:sp>
    </p:spTree>
    <p:extLst>
      <p:ext uri="{BB962C8B-B14F-4D97-AF65-F5344CB8AC3E}">
        <p14:creationId xmlns:p14="http://schemas.microsoft.com/office/powerpoint/2010/main" val="15066184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4BEB1E-4C7A-4CCA-99B1-324C18C730E6}" type="datetimeFigureOut">
              <a:rPr lang="en-US" smtClean="0"/>
              <a:t>12/13/2023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1FB4B3-9B17-4EFC-A834-9A8EAB9166EA}" type="slidenum">
              <a:rPr lang="en-US" smtClean="0"/>
              <a:t>‹#›</a:t>
            </a:fld>
            <a:endParaRPr lang="en-US"/>
          </a:p>
        </p:txBody>
      </p:sp>
    </p:spTree>
    <p:extLst>
      <p:ext uri="{BB962C8B-B14F-4D97-AF65-F5344CB8AC3E}">
        <p14:creationId xmlns:p14="http://schemas.microsoft.com/office/powerpoint/2010/main" val="24344847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562124" y="535517"/>
            <a:ext cx="1675924" cy="852402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34353" y="535517"/>
            <a:ext cx="4930616" cy="852402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4BEB1E-4C7A-4CCA-99B1-324C18C730E6}" type="datetimeFigureOut">
              <a:rPr lang="en-US" smtClean="0"/>
              <a:t>12/13/2023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1FB4B3-9B17-4EFC-A834-9A8EAB9166EA}" type="slidenum">
              <a:rPr lang="en-US" smtClean="0"/>
              <a:t>‹#›</a:t>
            </a:fld>
            <a:endParaRPr lang="en-US"/>
          </a:p>
        </p:txBody>
      </p:sp>
    </p:spTree>
    <p:extLst>
      <p:ext uri="{BB962C8B-B14F-4D97-AF65-F5344CB8AC3E}">
        <p14:creationId xmlns:p14="http://schemas.microsoft.com/office/powerpoint/2010/main" val="3784124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4353" y="535519"/>
            <a:ext cx="6703695" cy="194415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34353" y="2677584"/>
            <a:ext cx="6703695" cy="638196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34353" y="9322649"/>
            <a:ext cx="1748790" cy="535517"/>
          </a:xfrm>
          <a:prstGeom prst="rect">
            <a:avLst/>
          </a:prstGeom>
        </p:spPr>
        <p:txBody>
          <a:bodyPr vert="horz" lIns="91440" tIns="45720" rIns="91440" bIns="45720" rtlCol="0" anchor="ctr"/>
          <a:lstStyle>
            <a:lvl1pPr algn="l">
              <a:defRPr sz="1020">
                <a:solidFill>
                  <a:schemeClr val="tx1">
                    <a:tint val="75000"/>
                  </a:schemeClr>
                </a:solidFill>
              </a:defRPr>
            </a:lvl1pPr>
          </a:lstStyle>
          <a:p>
            <a:fld id="{1C4BEB1E-4C7A-4CCA-99B1-324C18C730E6}" type="datetimeFigureOut">
              <a:rPr lang="en-US" smtClean="0"/>
              <a:t>12/13/2023</a:t>
            </a:fld>
            <a:endParaRPr lang="en-US"/>
          </a:p>
        </p:txBody>
      </p:sp>
      <p:sp>
        <p:nvSpPr>
          <p:cNvPr id="5" name="Footer Placeholder 4"/>
          <p:cNvSpPr>
            <a:spLocks noGrp="1"/>
          </p:cNvSpPr>
          <p:nvPr>
            <p:ph type="ftr" sz="quarter" idx="3"/>
          </p:nvPr>
        </p:nvSpPr>
        <p:spPr>
          <a:xfrm>
            <a:off x="2574608" y="9322649"/>
            <a:ext cx="2623185" cy="535517"/>
          </a:xfrm>
          <a:prstGeom prst="rect">
            <a:avLst/>
          </a:prstGeom>
        </p:spPr>
        <p:txBody>
          <a:bodyPr vert="horz" lIns="91440" tIns="45720" rIns="91440" bIns="45720" rtlCol="0" anchor="ctr"/>
          <a:lstStyle>
            <a:lvl1pPr algn="ctr">
              <a:defRPr sz="10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489258" y="9322649"/>
            <a:ext cx="1748790" cy="535517"/>
          </a:xfrm>
          <a:prstGeom prst="rect">
            <a:avLst/>
          </a:prstGeom>
        </p:spPr>
        <p:txBody>
          <a:bodyPr vert="horz" lIns="91440" tIns="45720" rIns="91440" bIns="45720" rtlCol="0" anchor="ctr"/>
          <a:lstStyle>
            <a:lvl1pPr algn="r">
              <a:defRPr sz="1020">
                <a:solidFill>
                  <a:schemeClr val="tx1">
                    <a:tint val="75000"/>
                  </a:schemeClr>
                </a:solidFill>
              </a:defRPr>
            </a:lvl1pPr>
          </a:lstStyle>
          <a:p>
            <a:fld id="{471FB4B3-9B17-4EFC-A834-9A8EAB9166EA}" type="slidenum">
              <a:rPr lang="en-US" smtClean="0"/>
              <a:t>‹#›</a:t>
            </a:fld>
            <a:endParaRPr lang="en-US"/>
          </a:p>
        </p:txBody>
      </p:sp>
    </p:spTree>
    <p:extLst>
      <p:ext uri="{BB962C8B-B14F-4D97-AF65-F5344CB8AC3E}">
        <p14:creationId xmlns:p14="http://schemas.microsoft.com/office/powerpoint/2010/main" val="40233435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777240" rtl="0" eaLnBrk="1" latinLnBrk="0" hangingPunct="1">
        <a:lnSpc>
          <a:spcPct val="90000"/>
        </a:lnSpc>
        <a:spcBef>
          <a:spcPct val="0"/>
        </a:spcBef>
        <a:buNone/>
        <a:defRPr sz="3740" kern="1200">
          <a:solidFill>
            <a:schemeClr val="tx1"/>
          </a:solidFill>
          <a:latin typeface="+mj-lt"/>
          <a:ea typeface="+mj-ea"/>
          <a:cs typeface="+mj-cs"/>
        </a:defRPr>
      </a:lvl1pPr>
    </p:titleStyle>
    <p:bodyStyle>
      <a:lvl1pPr marL="194310" indent="-194310" algn="l" defTabSz="777240" rtl="0" eaLnBrk="1" latinLnBrk="0" hangingPunct="1">
        <a:lnSpc>
          <a:spcPct val="90000"/>
        </a:lnSpc>
        <a:spcBef>
          <a:spcPts val="850"/>
        </a:spcBef>
        <a:buFont typeface="Arial" panose="020B0604020202020204" pitchFamily="34" charset="0"/>
        <a:buChar char="•"/>
        <a:defRPr sz="2380" kern="1200">
          <a:solidFill>
            <a:schemeClr val="tx1"/>
          </a:solidFill>
          <a:latin typeface="+mn-lt"/>
          <a:ea typeface="+mn-ea"/>
          <a:cs typeface="+mn-cs"/>
        </a:defRPr>
      </a:lvl1pPr>
      <a:lvl2pPr marL="582930" indent="-194310" algn="l" defTabSz="777240" rtl="0" eaLnBrk="1" latinLnBrk="0" hangingPunct="1">
        <a:lnSpc>
          <a:spcPct val="90000"/>
        </a:lnSpc>
        <a:spcBef>
          <a:spcPts val="425"/>
        </a:spcBef>
        <a:buFont typeface="Arial" panose="020B0604020202020204" pitchFamily="34" charset="0"/>
        <a:buChar char="•"/>
        <a:defRPr sz="2040" kern="1200">
          <a:solidFill>
            <a:schemeClr val="tx1"/>
          </a:solidFill>
          <a:latin typeface="+mn-lt"/>
          <a:ea typeface="+mn-ea"/>
          <a:cs typeface="+mn-cs"/>
        </a:defRPr>
      </a:lvl2pPr>
      <a:lvl3pPr marL="971550" indent="-194310" algn="l" defTabSz="777240" rtl="0" eaLnBrk="1" latinLnBrk="0" hangingPunct="1">
        <a:lnSpc>
          <a:spcPct val="90000"/>
        </a:lnSpc>
        <a:spcBef>
          <a:spcPts val="425"/>
        </a:spcBef>
        <a:buFont typeface="Arial" panose="020B0604020202020204" pitchFamily="34" charset="0"/>
        <a:buChar char="•"/>
        <a:defRPr sz="1700" kern="1200">
          <a:solidFill>
            <a:schemeClr val="tx1"/>
          </a:solidFill>
          <a:latin typeface="+mn-lt"/>
          <a:ea typeface="+mn-ea"/>
          <a:cs typeface="+mn-cs"/>
        </a:defRPr>
      </a:lvl3pPr>
      <a:lvl4pPr marL="13601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4pPr>
      <a:lvl5pPr marL="174879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p:bodyStyle>
    <p:otherStyle>
      <a:defPPr>
        <a:defRPr lang="en-US"/>
      </a:defPPr>
      <a:lvl1pPr marL="0" algn="l" defTabSz="777240" rtl="0" eaLnBrk="1" latinLnBrk="0" hangingPunct="1">
        <a:defRPr sz="1530" kern="1200">
          <a:solidFill>
            <a:schemeClr val="tx1"/>
          </a:solidFill>
          <a:latin typeface="+mn-lt"/>
          <a:ea typeface="+mn-ea"/>
          <a:cs typeface="+mn-cs"/>
        </a:defRPr>
      </a:lvl1pPr>
      <a:lvl2pPr marL="388620" algn="l" defTabSz="777240" rtl="0" eaLnBrk="1" latinLnBrk="0" hangingPunct="1">
        <a:defRPr sz="1530" kern="1200">
          <a:solidFill>
            <a:schemeClr val="tx1"/>
          </a:solidFill>
          <a:latin typeface="+mn-lt"/>
          <a:ea typeface="+mn-ea"/>
          <a:cs typeface="+mn-cs"/>
        </a:defRPr>
      </a:lvl2pPr>
      <a:lvl3pPr marL="777240" algn="l" defTabSz="777240" rtl="0" eaLnBrk="1" latinLnBrk="0" hangingPunct="1">
        <a:defRPr sz="1530" kern="1200">
          <a:solidFill>
            <a:schemeClr val="tx1"/>
          </a:solidFill>
          <a:latin typeface="+mn-lt"/>
          <a:ea typeface="+mn-ea"/>
          <a:cs typeface="+mn-cs"/>
        </a:defRPr>
      </a:lvl3pPr>
      <a:lvl4pPr marL="1165860" algn="l" defTabSz="777240" rtl="0" eaLnBrk="1" latinLnBrk="0" hangingPunct="1">
        <a:defRPr sz="1530" kern="1200">
          <a:solidFill>
            <a:schemeClr val="tx1"/>
          </a:solidFill>
          <a:latin typeface="+mn-lt"/>
          <a:ea typeface="+mn-ea"/>
          <a:cs typeface="+mn-cs"/>
        </a:defRPr>
      </a:lvl4pPr>
      <a:lvl5pPr marL="1554480" algn="l" defTabSz="777240" rtl="0" eaLnBrk="1" latinLnBrk="0" hangingPunct="1">
        <a:defRPr sz="1530" kern="1200">
          <a:solidFill>
            <a:schemeClr val="tx1"/>
          </a:solidFill>
          <a:latin typeface="+mn-lt"/>
          <a:ea typeface="+mn-ea"/>
          <a:cs typeface="+mn-cs"/>
        </a:defRPr>
      </a:lvl5pPr>
      <a:lvl6pPr marL="1943100" algn="l" defTabSz="777240" rtl="0" eaLnBrk="1" latinLnBrk="0" hangingPunct="1">
        <a:defRPr sz="1530" kern="1200">
          <a:solidFill>
            <a:schemeClr val="tx1"/>
          </a:solidFill>
          <a:latin typeface="+mn-lt"/>
          <a:ea typeface="+mn-ea"/>
          <a:cs typeface="+mn-cs"/>
        </a:defRPr>
      </a:lvl6pPr>
      <a:lvl7pPr marL="2331720" algn="l" defTabSz="777240" rtl="0" eaLnBrk="1" latinLnBrk="0" hangingPunct="1">
        <a:defRPr sz="1530" kern="1200">
          <a:solidFill>
            <a:schemeClr val="tx1"/>
          </a:solidFill>
          <a:latin typeface="+mn-lt"/>
          <a:ea typeface="+mn-ea"/>
          <a:cs typeface="+mn-cs"/>
        </a:defRPr>
      </a:lvl7pPr>
      <a:lvl8pPr marL="2720340" algn="l" defTabSz="777240" rtl="0" eaLnBrk="1" latinLnBrk="0" hangingPunct="1">
        <a:defRPr sz="1530" kern="1200">
          <a:solidFill>
            <a:schemeClr val="tx1"/>
          </a:solidFill>
          <a:latin typeface="+mn-lt"/>
          <a:ea typeface="+mn-ea"/>
          <a:cs typeface="+mn-cs"/>
        </a:defRPr>
      </a:lvl8pPr>
      <a:lvl9pPr marL="3108960" algn="l" defTabSz="777240" rtl="0" eaLnBrk="1" latinLnBrk="0" hangingPunct="1">
        <a:defRPr sz="153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7C37068C-6606-4C8F-46D5-7CD8499B85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1143001" y="1257300"/>
            <a:ext cx="10058401" cy="7543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37469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6AE84A91-6DA3-F509-B0DC-499A1C9749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1143001" y="1257300"/>
            <a:ext cx="10058401" cy="7543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64114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Glow-In-The-Dark Demons: Three Newly Discovered Worms Are The Stuff Of  Nightmares | IFLScience">
            <a:extLst>
              <a:ext uri="{FF2B5EF4-FFF2-40B4-BE49-F238E27FC236}">
                <a16:creationId xmlns:a16="http://schemas.microsoft.com/office/drawing/2014/main" id="{F4A2240F-FDE6-9971-5B90-7E609D42DB41}"/>
              </a:ext>
            </a:extLst>
          </p:cNvPr>
          <p:cNvPicPr>
            <a:picLocks noChangeAspect="1" noChangeArrowheads="1"/>
          </p:cNvPicPr>
          <p:nvPr/>
        </p:nvPicPr>
        <p:blipFill rotWithShape="1">
          <a:blip r:embed="rId2">
            <a:duotone>
              <a:prstClr val="black"/>
              <a:schemeClr val="accent5">
                <a:tint val="45000"/>
                <a:satMod val="400000"/>
              </a:schemeClr>
            </a:duotone>
            <a:extLst>
              <a:ext uri="{BEBA8EAE-BF5A-486C-A8C5-ECC9F3942E4B}">
                <a14:imgProps xmlns:a14="http://schemas.microsoft.com/office/drawing/2010/main">
                  <a14:imgLayer r:embed="rId3">
                    <a14:imgEffect>
                      <a14:backgroundRemoval t="2000" b="96000" l="32000" r="61500">
                        <a14:foregroundMark x1="55500" y1="65111" x2="57750" y2="64444"/>
                        <a14:foregroundMark x1="45625" y1="90222" x2="38375" y2="96000"/>
                        <a14:foregroundMark x1="56471" y1="10806" x2="56915" y2="10661"/>
                        <a14:foregroundMark x1="54889" y1="11321" x2="56135" y2="10915"/>
                        <a14:foregroundMark x1="52125" y1="12222" x2="54444" y2="11466"/>
                        <a14:foregroundMark x1="51682" y1="11111" x2="55437" y2="8660"/>
                        <a14:foregroundMark x1="54681" y1="11694" x2="48802" y2="30976"/>
                        <a14:foregroundMark x1="49875" y1="23556" x2="49032" y2="20734"/>
                        <a14:foregroundMark x1="47182" y1="40667" x2="47125" y2="44444"/>
                        <a14:foregroundMark x1="47266" y1="35060" x2="47188" y2="40223"/>
                        <a14:foregroundMark x1="56170" y1="9967" x2="57101" y2="9679"/>
                        <a14:foregroundMark x1="50824" y1="11620" x2="54606" y2="10450"/>
                        <a14:foregroundMark x1="50071" y1="11853" x2="50404" y2="11750"/>
                        <a14:foregroundMark x1="55948" y1="9672" x2="56861" y2="9544"/>
                        <a14:foregroundMark x1="51117" y1="10351" x2="55108" y2="9790"/>
                        <a14:foregroundMark x1="50477" y1="10441" x2="50714" y2="10408"/>
                        <a14:foregroundMark x1="56826" y1="11992" x2="56800" y2="11942"/>
                        <a14:foregroundMark x1="57355" y1="13004" x2="57044" y2="12408"/>
                        <a14:foregroundMark x1="61125" y1="20222" x2="57368" y2="13030"/>
                        <a14:foregroundMark x1="58500" y1="14667" x2="59625" y2="16667"/>
                        <a14:foregroundMark x1="59625" y1="16889" x2="60711" y2="23071"/>
                        <a14:foregroundMark x1="57343" y1="28889" x2="56782" y2="28889"/>
                        <a14:foregroundMark x1="56676" y1="35475" x2="50727" y2="59581"/>
                        <a14:foregroundMark x1="45321" y1="69468" x2="41000" y2="66222"/>
                        <a14:foregroundMark x1="46483" y1="70341" x2="45663" y2="69725"/>
                        <a14:foregroundMark x1="49875" y1="72889" x2="47772" y2="71309"/>
                        <a14:foregroundMark x1="52500" y1="74000" x2="51250" y2="65111"/>
                        <a14:foregroundMark x1="49875" y1="66000" x2="49697" y2="65894"/>
                        <a14:foregroundMark x1="46447" y1="36574" x2="47000" y2="35111"/>
                        <a14:foregroundMark x1="43384" y1="44667" x2="43552" y2="44222"/>
                        <a14:foregroundMark x1="43007" y1="45663" x2="43384" y2="44667"/>
                        <a14:foregroundMark x1="40435" y1="51530" x2="40402" y2="50849"/>
                        <a14:foregroundMark x1="37375" y1="67333" x2="37420" y2="66723"/>
                        <a14:foregroundMark x1="36738" y1="56425" x2="36640" y2="55581"/>
                        <a14:foregroundMark x1="36952" y1="58274" x2="36753" y2="56553"/>
                        <a14:foregroundMark x1="36544" y1="57395" x2="36516" y2="55942"/>
                        <a14:foregroundMark x1="36570" y1="58734" x2="36548" y2="57579"/>
                        <a14:backgroundMark x1="38375" y1="34444" x2="41250" y2="35556"/>
                        <a14:backgroundMark x1="40625" y1="36889" x2="39000" y2="42667"/>
                        <a14:backgroundMark x1="40375" y1="40667" x2="41750" y2="40444"/>
                        <a14:backgroundMark x1="41000" y1="43111" x2="41625" y2="43333"/>
                        <a14:backgroundMark x1="41750" y1="43111" x2="42875" y2="36444"/>
                        <a14:backgroundMark x1="42500" y1="39778" x2="43250" y2="34889"/>
                        <a14:backgroundMark x1="42500" y1="39556" x2="42375" y2="32889"/>
                        <a14:backgroundMark x1="42875" y1="33778" x2="43250" y2="34444"/>
                        <a14:backgroundMark x1="43250" y1="33556" x2="42000" y2="39556"/>
                        <a14:backgroundMark x1="43875" y1="32222" x2="42250" y2="38889"/>
                        <a14:backgroundMark x1="43000" y1="38000" x2="42375" y2="42000"/>
                        <a14:backgroundMark x1="40750" y1="43778" x2="39875" y2="46000"/>
                        <a14:backgroundMark x1="39750" y1="48667" x2="41875" y2="47111"/>
                        <a14:backgroundMark x1="42125" y1="46889" x2="42125" y2="46889"/>
                        <a14:backgroundMark x1="42250" y1="47333" x2="42250" y2="47333"/>
                        <a14:backgroundMark x1="42000" y1="47778" x2="42000" y2="47778"/>
                        <a14:backgroundMark x1="41875" y1="47778" x2="41875" y2="47778"/>
                        <a14:backgroundMark x1="41875" y1="47778" x2="41875" y2="47778"/>
                        <a14:backgroundMark x1="41750" y1="48000" x2="41750" y2="48000"/>
                        <a14:backgroundMark x1="41500" y1="48222" x2="41500" y2="48222"/>
                        <a14:backgroundMark x1="41750" y1="48444" x2="41750" y2="48444"/>
                        <a14:backgroundMark x1="41875" y1="47556" x2="41875" y2="47556"/>
                        <a14:backgroundMark x1="41750" y1="47778" x2="41250" y2="48000"/>
                        <a14:backgroundMark x1="41625" y1="47556" x2="42000" y2="47556"/>
                        <a14:backgroundMark x1="42250" y1="47333" x2="42250" y2="47333"/>
                        <a14:backgroundMark x1="42500" y1="46889" x2="42500" y2="46889"/>
                        <a14:backgroundMark x1="42750" y1="46889" x2="42750" y2="46889"/>
                        <a14:backgroundMark x1="40750" y1="48444" x2="40750" y2="48444"/>
                        <a14:backgroundMark x1="40000" y1="48667" x2="38875" y2="48889"/>
                        <a14:backgroundMark x1="40625" y1="47333" x2="39250" y2="47333"/>
                        <a14:backgroundMark x1="40375" y1="46444" x2="39750" y2="46444"/>
                        <a14:backgroundMark x1="41625" y1="42667" x2="41625" y2="42667"/>
                        <a14:backgroundMark x1="41750" y1="42667" x2="41750" y2="42667"/>
                        <a14:backgroundMark x1="42250" y1="42667" x2="42250" y2="42667"/>
                        <a14:backgroundMark x1="42125" y1="42889" x2="41125" y2="42889"/>
                        <a14:backgroundMark x1="42500" y1="43778" x2="42500" y2="43778"/>
                        <a14:backgroundMark x1="42500" y1="43778" x2="42375" y2="42667"/>
                        <a14:backgroundMark x1="43250" y1="44444" x2="43375" y2="43778"/>
                        <a14:backgroundMark x1="43875" y1="43333" x2="44250" y2="42222"/>
                        <a14:backgroundMark x1="44375" y1="44667" x2="44375" y2="44667"/>
                        <a14:backgroundMark x1="44250" y1="44222" x2="44250" y2="44222"/>
                        <a14:backgroundMark x1="44000" y1="44222" x2="44000" y2="44222"/>
                        <a14:backgroundMark x1="43750" y1="44000" x2="43750" y2="44000"/>
                        <a14:backgroundMark x1="43375" y1="44222" x2="43375" y2="44222"/>
                        <a14:backgroundMark x1="43375" y1="44667" x2="43375" y2="44667"/>
                        <a14:backgroundMark x1="45375" y1="39778" x2="45375" y2="39778"/>
                        <a14:backgroundMark x1="45000" y1="40667" x2="45000" y2="40667"/>
                        <a14:backgroundMark x1="45000" y1="40667" x2="45000" y2="40667"/>
                        <a14:backgroundMark x1="45000" y1="39111" x2="45000" y2="39111"/>
                        <a14:backgroundMark x1="45000" y1="38444" x2="45000" y2="38444"/>
                        <a14:backgroundMark x1="45000" y1="38444" x2="45000" y2="38444"/>
                        <a14:backgroundMark x1="44625" y1="40222" x2="44500" y2="41333"/>
                        <a14:backgroundMark x1="44625" y1="38889" x2="45000" y2="40444"/>
                        <a14:backgroundMark x1="59250" y1="77778" x2="60375" y2="81778"/>
                        <a14:backgroundMark x1="60875" y1="75778" x2="60875" y2="80000"/>
                        <a14:backgroundMark x1="61375" y1="82222" x2="61500" y2="77778"/>
                        <a14:backgroundMark x1="60875" y1="80667" x2="62000" y2="81556"/>
                        <a14:backgroundMark x1="49750" y1="86222" x2="51000" y2="82889"/>
                        <a14:backgroundMark x1="51125" y1="82667" x2="51125" y2="81556"/>
                        <a14:backgroundMark x1="51625" y1="82000" x2="52625" y2="81333"/>
                        <a14:backgroundMark x1="50875" y1="82000" x2="52250" y2="82222"/>
                        <a14:backgroundMark x1="51375" y1="81556" x2="52500" y2="81556"/>
                        <a14:backgroundMark x1="51375" y1="81333" x2="52250" y2="81556"/>
                        <a14:backgroundMark x1="51375" y1="81333" x2="52250" y2="81556"/>
                        <a14:backgroundMark x1="51375" y1="81333" x2="51125" y2="81333"/>
                        <a14:backgroundMark x1="52125" y1="80667" x2="52125" y2="79556"/>
                        <a14:backgroundMark x1="52000" y1="78889" x2="54500" y2="74000"/>
                        <a14:backgroundMark x1="54375" y1="77556" x2="54750" y2="74000"/>
                        <a14:backgroundMark x1="54875" y1="74444" x2="59000" y2="78000"/>
                        <a14:backgroundMark x1="54500" y1="76444" x2="55250" y2="73333"/>
                        <a14:backgroundMark x1="55250" y1="73333" x2="54625" y2="74889"/>
                        <a14:backgroundMark x1="54750" y1="74889" x2="54625" y2="77111"/>
                        <a14:backgroundMark x1="60500" y1="74222" x2="60875" y2="77778"/>
                        <a14:backgroundMark x1="47375" y1="69333" x2="49375" y2="67111"/>
                        <a14:backgroundMark x1="49875" y1="66444" x2="50250" y2="66222"/>
                        <a14:backgroundMark x1="50125" y1="65333" x2="49875" y2="64000"/>
                        <a14:backgroundMark x1="49875" y1="63333" x2="50125" y2="62444"/>
                        <a14:backgroundMark x1="49750" y1="66667" x2="49750" y2="66000"/>
                        <a14:backgroundMark x1="46125" y1="70889" x2="47000" y2="72222"/>
                        <a14:backgroundMark x1="46000" y1="70667" x2="45750" y2="70667"/>
                        <a14:backgroundMark x1="33750" y1="92444" x2="34500" y2="94222"/>
                        <a14:backgroundMark x1="33875" y1="92889" x2="33500" y2="90444"/>
                        <a14:backgroundMark x1="34375" y1="92667" x2="33875" y2="91111"/>
                        <a14:backgroundMark x1="33875" y1="91333" x2="34750" y2="93111"/>
                        <a14:backgroundMark x1="33875" y1="91333" x2="32875" y2="87556"/>
                        <a14:backgroundMark x1="33250" y1="89111" x2="33000" y2="84889"/>
                        <a14:backgroundMark x1="32875" y1="86000" x2="32375" y2="83778"/>
                        <a14:backgroundMark x1="32250" y1="82222" x2="32500" y2="80889"/>
                        <a14:backgroundMark x1="36125" y1="55778" x2="37500" y2="51778"/>
                        <a14:backgroundMark x1="35750" y1="54222" x2="36875" y2="51111"/>
                        <a14:backgroundMark x1="35625" y1="54444" x2="37250" y2="52222"/>
                        <a14:backgroundMark x1="36500" y1="54444" x2="36500" y2="51556"/>
                        <a14:backgroundMark x1="36125" y1="68000" x2="36500" y2="61333"/>
                        <a14:backgroundMark x1="36250" y1="68222" x2="36750" y2="60222"/>
                        <a14:backgroundMark x1="36625" y1="60222" x2="36500" y2="66667"/>
                        <a14:backgroundMark x1="36750" y1="67778" x2="36625" y2="68667"/>
                        <a14:backgroundMark x1="36750" y1="67556" x2="36500" y2="69111"/>
                        <a14:backgroundMark x1="36625" y1="58667" x2="37625" y2="60889"/>
                        <a14:backgroundMark x1="36375" y1="58444" x2="37000" y2="55111"/>
                        <a14:backgroundMark x1="36875" y1="58667" x2="36750" y2="56000"/>
                        <a14:backgroundMark x1="36500" y1="59333" x2="36500" y2="55111"/>
                        <a14:backgroundMark x1="38000" y1="56889" x2="39625" y2="50889"/>
                        <a14:backgroundMark x1="38250" y1="56000" x2="39375" y2="50000"/>
                        <a14:backgroundMark x1="38000" y1="54667" x2="39000" y2="50222"/>
                        <a14:backgroundMark x1="38750" y1="51333" x2="37750" y2="55778"/>
                        <a14:backgroundMark x1="38125" y1="55556" x2="40125" y2="48667"/>
                        <a14:backgroundMark x1="39375" y1="49333" x2="38500" y2="50000"/>
                        <a14:backgroundMark x1="42875" y1="46222" x2="42750" y2="46889"/>
                        <a14:backgroundMark x1="41625" y1="45111" x2="42250" y2="42667"/>
                        <a14:backgroundMark x1="41500" y1="44667" x2="40750" y2="46444"/>
                        <a14:backgroundMark x1="41625" y1="44000" x2="40750" y2="44667"/>
                        <a14:backgroundMark x1="42250" y1="44000" x2="41000" y2="44667"/>
                        <a14:backgroundMark x1="43750" y1="9556" x2="47375" y2="15778"/>
                        <a14:backgroundMark x1="47500" y1="10222" x2="50375" y2="10000"/>
                        <a14:backgroundMark x1="50125" y1="11111" x2="50125" y2="12000"/>
                        <a14:backgroundMark x1="49875" y1="12889" x2="50000" y2="11556"/>
                        <a14:backgroundMark x1="49875" y1="12222" x2="49375" y2="11556"/>
                        <a14:backgroundMark x1="50500" y1="11333" x2="51250" y2="9778"/>
                        <a14:backgroundMark x1="50000" y1="11333" x2="50625" y2="9778"/>
                        <a14:backgroundMark x1="45500" y1="18000" x2="48000" y2="22222"/>
                        <a14:backgroundMark x1="47250" y1="23556" x2="46750" y2="27778"/>
                        <a14:backgroundMark x1="47625" y1="22889" x2="47250" y2="24222"/>
                        <a14:backgroundMark x1="46125" y1="39111" x2="45750" y2="35556"/>
                        <a14:backgroundMark x1="46125" y1="37333" x2="45625" y2="36444"/>
                        <a14:backgroundMark x1="45375" y1="37333" x2="44750" y2="38444"/>
                        <a14:backgroundMark x1="45875" y1="37333" x2="45500" y2="37778"/>
                        <a14:backgroundMark x1="46125" y1="36000" x2="47250" y2="32444"/>
                        <a14:backgroundMark x1="46875" y1="34222" x2="47250" y2="32667"/>
                        <a14:backgroundMark x1="47250" y1="32444" x2="46375" y2="33556"/>
                        <a14:backgroundMark x1="46625" y1="32444" x2="47250" y2="27778"/>
                        <a14:backgroundMark x1="46750" y1="30444" x2="46625" y2="28222"/>
                        <a14:backgroundMark x1="47250" y1="28444" x2="47625" y2="29556"/>
                        <a14:backgroundMark x1="47625" y1="29333" x2="46625" y2="31111"/>
                        <a14:backgroundMark x1="47500" y1="29556" x2="46375" y2="31333"/>
                        <a14:backgroundMark x1="47250" y1="27556" x2="46375" y2="29556"/>
                        <a14:backgroundMark x1="59375" y1="31333" x2="61750" y2="28222"/>
                        <a14:backgroundMark x1="60375" y1="30444" x2="61250" y2="25556"/>
                        <a14:backgroundMark x1="61375" y1="25778" x2="61500" y2="28222"/>
                        <a14:backgroundMark x1="61625" y1="24222" x2="60875" y2="25778"/>
                        <a14:backgroundMark x1="60250" y1="27556" x2="60000" y2="30889"/>
                        <a14:backgroundMark x1="58375" y1="33556" x2="57625" y2="27111"/>
                        <a14:backgroundMark x1="58000" y1="31333" x2="57750" y2="32444"/>
                        <a14:backgroundMark x1="58125" y1="32667" x2="57875" y2="35778"/>
                        <a14:backgroundMark x1="57875" y1="32667" x2="57750" y2="34889"/>
                        <a14:backgroundMark x1="59625" y1="30667" x2="58875" y2="31556"/>
                        <a14:backgroundMark x1="58500" y1="31111" x2="58625" y2="33333"/>
                        <a14:backgroundMark x1="58625" y1="31111" x2="57125" y2="27778"/>
                        <a14:backgroundMark x1="57625" y1="29333" x2="56875" y2="28444"/>
                        <a14:backgroundMark x1="57250" y1="29778" x2="56750" y2="28222"/>
                        <a14:backgroundMark x1="56875" y1="29333" x2="56500" y2="28000"/>
                        <a14:backgroundMark x1="59125" y1="5778" x2="60125" y2="7111"/>
                        <a14:backgroundMark x1="58000" y1="9778" x2="58125" y2="8889"/>
                        <a14:backgroundMark x1="58500" y1="8667" x2="58125" y2="9333"/>
                        <a14:backgroundMark x1="57750" y1="9111" x2="58750" y2="6889"/>
                        <a14:backgroundMark x1="58625" y1="6667" x2="58250" y2="8222"/>
                        <a14:backgroundMark x1="58625" y1="6444" x2="58625" y2="6000"/>
                        <a14:backgroundMark x1="58125" y1="5778" x2="58000" y2="6889"/>
                        <a14:backgroundMark x1="58250" y1="5778" x2="58375" y2="5556"/>
                        <a14:backgroundMark x1="58125" y1="9333" x2="57625" y2="9778"/>
                        <a14:backgroundMark x1="58000" y1="10444" x2="57500" y2="8889"/>
                        <a14:backgroundMark x1="57500" y1="10000" x2="57375" y2="9333"/>
                        <a14:backgroundMark x1="57500" y1="10667" x2="57750" y2="10889"/>
                        <a14:backgroundMark x1="57625" y1="10889" x2="57375" y2="9333"/>
                        <a14:backgroundMark x1="57125" y1="10222" x2="57250" y2="8889"/>
                        <a14:backgroundMark x1="55500" y1="8444" x2="56500" y2="7778"/>
                        <a14:backgroundMark x1="55625" y1="8444" x2="56125" y2="8889"/>
                        <a14:backgroundMark x1="55625" y1="8444" x2="55250" y2="8444"/>
                        <a14:backgroundMark x1="57500" y1="6000" x2="57500" y2="2667"/>
                        <a14:backgroundMark x1="58875" y1="8000" x2="57375" y2="1778"/>
                        <a14:backgroundMark x1="57875" y1="5111" x2="57750" y2="6444"/>
                        <a14:backgroundMark x1="58000" y1="6000" x2="57125" y2="2667"/>
                        <a14:backgroundMark x1="58000" y1="5778" x2="59750" y2="10444"/>
                        <a14:backgroundMark x1="59750" y1="9556" x2="60000" y2="12667"/>
                      </a14:backgroundRemoval>
                    </a14:imgEffect>
                    <a14:imgEffect>
                      <a14:artisticGlowEdges/>
                    </a14:imgEffect>
                  </a14:imgLayer>
                </a14:imgProps>
              </a:ext>
              <a:ext uri="{28A0092B-C50C-407E-A947-70E740481C1C}">
                <a14:useLocalDpi xmlns:a14="http://schemas.microsoft.com/office/drawing/2010/main" val="0"/>
              </a:ext>
            </a:extLst>
          </a:blip>
          <a:srcRect l="31914" t="1543" r="37057" b="-1"/>
          <a:stretch/>
        </p:blipFill>
        <p:spPr bwMode="auto">
          <a:xfrm>
            <a:off x="384049" y="3129504"/>
            <a:ext cx="768458" cy="137160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Glow-In-The-Dark Demons: Three Newly Discovered Worms Are The Stuff Of  Nightmares | IFLScience">
            <a:extLst>
              <a:ext uri="{FF2B5EF4-FFF2-40B4-BE49-F238E27FC236}">
                <a16:creationId xmlns:a16="http://schemas.microsoft.com/office/drawing/2014/main" id="{2757356C-EF72-C294-2A2D-0E3C676D8B05}"/>
              </a:ext>
            </a:extLst>
          </p:cNvPr>
          <p:cNvPicPr>
            <a:picLocks noChangeAspect="1" noChangeArrowheads="1"/>
          </p:cNvPicPr>
          <p:nvPr/>
        </p:nvPicPr>
        <p:blipFill rotWithShape="1">
          <a:blip r:embed="rId2">
            <a:duotone>
              <a:prstClr val="black"/>
              <a:schemeClr val="accent2">
                <a:tint val="45000"/>
                <a:satMod val="400000"/>
              </a:schemeClr>
            </a:duotone>
            <a:extLst>
              <a:ext uri="{BEBA8EAE-BF5A-486C-A8C5-ECC9F3942E4B}">
                <a14:imgProps xmlns:a14="http://schemas.microsoft.com/office/drawing/2010/main">
                  <a14:imgLayer r:embed="rId3">
                    <a14:imgEffect>
                      <a14:backgroundRemoval t="2000" b="96000" l="32000" r="61500">
                        <a14:foregroundMark x1="55500" y1="65111" x2="57750" y2="64444"/>
                        <a14:foregroundMark x1="45625" y1="90222" x2="38375" y2="96000"/>
                        <a14:foregroundMark x1="56471" y1="10806" x2="56915" y2="10661"/>
                        <a14:foregroundMark x1="54889" y1="11321" x2="56135" y2="10915"/>
                        <a14:foregroundMark x1="52125" y1="12222" x2="54444" y2="11466"/>
                        <a14:foregroundMark x1="51682" y1="11111" x2="55437" y2="8660"/>
                        <a14:foregroundMark x1="54681" y1="11694" x2="48802" y2="30976"/>
                        <a14:foregroundMark x1="49875" y1="23556" x2="49032" y2="20734"/>
                        <a14:foregroundMark x1="47182" y1="40667" x2="47125" y2="44444"/>
                        <a14:foregroundMark x1="47266" y1="35060" x2="47188" y2="40223"/>
                        <a14:foregroundMark x1="56170" y1="9967" x2="57101" y2="9679"/>
                        <a14:foregroundMark x1="50824" y1="11620" x2="54606" y2="10450"/>
                        <a14:foregroundMark x1="50071" y1="11853" x2="50404" y2="11750"/>
                        <a14:foregroundMark x1="55948" y1="9672" x2="56861" y2="9544"/>
                        <a14:foregroundMark x1="51117" y1="10351" x2="55108" y2="9790"/>
                        <a14:foregroundMark x1="50477" y1="10441" x2="50714" y2="10408"/>
                        <a14:foregroundMark x1="56826" y1="11992" x2="56800" y2="11942"/>
                        <a14:foregroundMark x1="57355" y1="13004" x2="57044" y2="12408"/>
                        <a14:foregroundMark x1="61125" y1="20222" x2="57368" y2="13030"/>
                        <a14:foregroundMark x1="58500" y1="14667" x2="59625" y2="16667"/>
                        <a14:foregroundMark x1="59625" y1="16889" x2="60711" y2="23071"/>
                        <a14:foregroundMark x1="57343" y1="28889" x2="56782" y2="28889"/>
                        <a14:foregroundMark x1="56676" y1="35475" x2="50727" y2="59581"/>
                        <a14:foregroundMark x1="45321" y1="69468" x2="41000" y2="66222"/>
                        <a14:foregroundMark x1="46483" y1="70341" x2="45663" y2="69725"/>
                        <a14:foregroundMark x1="49875" y1="72889" x2="47772" y2="71309"/>
                        <a14:foregroundMark x1="52500" y1="74000" x2="51250" y2="65111"/>
                        <a14:foregroundMark x1="49875" y1="66000" x2="49697" y2="65894"/>
                        <a14:foregroundMark x1="46447" y1="36574" x2="47000" y2="35111"/>
                        <a14:foregroundMark x1="43384" y1="44667" x2="43552" y2="44222"/>
                        <a14:foregroundMark x1="43007" y1="45663" x2="43384" y2="44667"/>
                        <a14:foregroundMark x1="40435" y1="51530" x2="40402" y2="50849"/>
                        <a14:foregroundMark x1="37375" y1="67333" x2="37420" y2="66723"/>
                        <a14:foregroundMark x1="36738" y1="56425" x2="36640" y2="55581"/>
                        <a14:foregroundMark x1="36952" y1="58274" x2="36753" y2="56553"/>
                        <a14:foregroundMark x1="36544" y1="57395" x2="36516" y2="55942"/>
                        <a14:foregroundMark x1="36570" y1="58734" x2="36548" y2="57579"/>
                        <a14:backgroundMark x1="38375" y1="34444" x2="41250" y2="35556"/>
                        <a14:backgroundMark x1="40625" y1="36889" x2="39000" y2="42667"/>
                        <a14:backgroundMark x1="40375" y1="40667" x2="41750" y2="40444"/>
                        <a14:backgroundMark x1="41000" y1="43111" x2="41625" y2="43333"/>
                        <a14:backgroundMark x1="41750" y1="43111" x2="42875" y2="36444"/>
                        <a14:backgroundMark x1="42500" y1="39778" x2="43250" y2="34889"/>
                        <a14:backgroundMark x1="42500" y1="39556" x2="42375" y2="32889"/>
                        <a14:backgroundMark x1="42875" y1="33778" x2="43250" y2="34444"/>
                        <a14:backgroundMark x1="43250" y1="33556" x2="42000" y2="39556"/>
                        <a14:backgroundMark x1="43875" y1="32222" x2="42250" y2="38889"/>
                        <a14:backgroundMark x1="43000" y1="38000" x2="42375" y2="42000"/>
                        <a14:backgroundMark x1="40750" y1="43778" x2="39875" y2="46000"/>
                        <a14:backgroundMark x1="39750" y1="48667" x2="41875" y2="47111"/>
                        <a14:backgroundMark x1="42125" y1="46889" x2="42125" y2="46889"/>
                        <a14:backgroundMark x1="42250" y1="47333" x2="42250" y2="47333"/>
                        <a14:backgroundMark x1="42000" y1="47778" x2="42000" y2="47778"/>
                        <a14:backgroundMark x1="41875" y1="47778" x2="41875" y2="47778"/>
                        <a14:backgroundMark x1="41875" y1="47778" x2="41875" y2="47778"/>
                        <a14:backgroundMark x1="41750" y1="48000" x2="41750" y2="48000"/>
                        <a14:backgroundMark x1="41500" y1="48222" x2="41500" y2="48222"/>
                        <a14:backgroundMark x1="41750" y1="48444" x2="41750" y2="48444"/>
                        <a14:backgroundMark x1="41875" y1="47556" x2="41875" y2="47556"/>
                        <a14:backgroundMark x1="41750" y1="47778" x2="41250" y2="48000"/>
                        <a14:backgroundMark x1="41625" y1="47556" x2="42000" y2="47556"/>
                        <a14:backgroundMark x1="42250" y1="47333" x2="42250" y2="47333"/>
                        <a14:backgroundMark x1="42500" y1="46889" x2="42500" y2="46889"/>
                        <a14:backgroundMark x1="42750" y1="46889" x2="42750" y2="46889"/>
                        <a14:backgroundMark x1="40750" y1="48444" x2="40750" y2="48444"/>
                        <a14:backgroundMark x1="40000" y1="48667" x2="38875" y2="48889"/>
                        <a14:backgroundMark x1="40625" y1="47333" x2="39250" y2="47333"/>
                        <a14:backgroundMark x1="40375" y1="46444" x2="39750" y2="46444"/>
                        <a14:backgroundMark x1="41625" y1="42667" x2="41625" y2="42667"/>
                        <a14:backgroundMark x1="41750" y1="42667" x2="41750" y2="42667"/>
                        <a14:backgroundMark x1="42250" y1="42667" x2="42250" y2="42667"/>
                        <a14:backgroundMark x1="42125" y1="42889" x2="41125" y2="42889"/>
                        <a14:backgroundMark x1="42500" y1="43778" x2="42500" y2="43778"/>
                        <a14:backgroundMark x1="42500" y1="43778" x2="42375" y2="42667"/>
                        <a14:backgroundMark x1="43250" y1="44444" x2="43375" y2="43778"/>
                        <a14:backgroundMark x1="43875" y1="43333" x2="44250" y2="42222"/>
                        <a14:backgroundMark x1="44375" y1="44667" x2="44375" y2="44667"/>
                        <a14:backgroundMark x1="44250" y1="44222" x2="44250" y2="44222"/>
                        <a14:backgroundMark x1="44000" y1="44222" x2="44000" y2="44222"/>
                        <a14:backgroundMark x1="43750" y1="44000" x2="43750" y2="44000"/>
                        <a14:backgroundMark x1="43375" y1="44222" x2="43375" y2="44222"/>
                        <a14:backgroundMark x1="43375" y1="44667" x2="43375" y2="44667"/>
                        <a14:backgroundMark x1="45375" y1="39778" x2="45375" y2="39778"/>
                        <a14:backgroundMark x1="45000" y1="40667" x2="45000" y2="40667"/>
                        <a14:backgroundMark x1="45000" y1="40667" x2="45000" y2="40667"/>
                        <a14:backgroundMark x1="45000" y1="39111" x2="45000" y2="39111"/>
                        <a14:backgroundMark x1="45000" y1="38444" x2="45000" y2="38444"/>
                        <a14:backgroundMark x1="45000" y1="38444" x2="45000" y2="38444"/>
                        <a14:backgroundMark x1="44625" y1="40222" x2="44500" y2="41333"/>
                        <a14:backgroundMark x1="44625" y1="38889" x2="45000" y2="40444"/>
                        <a14:backgroundMark x1="59250" y1="77778" x2="60375" y2="81778"/>
                        <a14:backgroundMark x1="60875" y1="75778" x2="60875" y2="80000"/>
                        <a14:backgroundMark x1="61375" y1="82222" x2="61500" y2="77778"/>
                        <a14:backgroundMark x1="60875" y1="80667" x2="62000" y2="81556"/>
                        <a14:backgroundMark x1="49750" y1="86222" x2="51000" y2="82889"/>
                        <a14:backgroundMark x1="51125" y1="82667" x2="51125" y2="81556"/>
                        <a14:backgroundMark x1="51625" y1="82000" x2="52625" y2="81333"/>
                        <a14:backgroundMark x1="50875" y1="82000" x2="52250" y2="82222"/>
                        <a14:backgroundMark x1="51375" y1="81556" x2="52500" y2="81556"/>
                        <a14:backgroundMark x1="51375" y1="81333" x2="52250" y2="81556"/>
                        <a14:backgroundMark x1="51375" y1="81333" x2="52250" y2="81556"/>
                        <a14:backgroundMark x1="51375" y1="81333" x2="51125" y2="81333"/>
                        <a14:backgroundMark x1="52125" y1="80667" x2="52125" y2="79556"/>
                        <a14:backgroundMark x1="52000" y1="78889" x2="54500" y2="74000"/>
                        <a14:backgroundMark x1="54375" y1="77556" x2="54750" y2="74000"/>
                        <a14:backgroundMark x1="54875" y1="74444" x2="59000" y2="78000"/>
                        <a14:backgroundMark x1="54500" y1="76444" x2="55250" y2="73333"/>
                        <a14:backgroundMark x1="55250" y1="73333" x2="54625" y2="74889"/>
                        <a14:backgroundMark x1="54750" y1="74889" x2="54625" y2="77111"/>
                        <a14:backgroundMark x1="60500" y1="74222" x2="60875" y2="77778"/>
                        <a14:backgroundMark x1="47375" y1="69333" x2="49375" y2="67111"/>
                        <a14:backgroundMark x1="49875" y1="66444" x2="50250" y2="66222"/>
                        <a14:backgroundMark x1="50125" y1="65333" x2="49875" y2="64000"/>
                        <a14:backgroundMark x1="49875" y1="63333" x2="50125" y2="62444"/>
                        <a14:backgroundMark x1="49750" y1="66667" x2="49750" y2="66000"/>
                        <a14:backgroundMark x1="46125" y1="70889" x2="47000" y2="72222"/>
                        <a14:backgroundMark x1="46000" y1="70667" x2="45750" y2="70667"/>
                        <a14:backgroundMark x1="33750" y1="92444" x2="34500" y2="94222"/>
                        <a14:backgroundMark x1="33875" y1="92889" x2="33500" y2="90444"/>
                        <a14:backgroundMark x1="34375" y1="92667" x2="33875" y2="91111"/>
                        <a14:backgroundMark x1="33875" y1="91333" x2="34750" y2="93111"/>
                        <a14:backgroundMark x1="33875" y1="91333" x2="32875" y2="87556"/>
                        <a14:backgroundMark x1="33250" y1="89111" x2="33000" y2="84889"/>
                        <a14:backgroundMark x1="32875" y1="86000" x2="32375" y2="83778"/>
                        <a14:backgroundMark x1="32250" y1="82222" x2="32500" y2="80889"/>
                        <a14:backgroundMark x1="36125" y1="55778" x2="37500" y2="51778"/>
                        <a14:backgroundMark x1="35750" y1="54222" x2="36875" y2="51111"/>
                        <a14:backgroundMark x1="35625" y1="54444" x2="37250" y2="52222"/>
                        <a14:backgroundMark x1="36500" y1="54444" x2="36500" y2="51556"/>
                        <a14:backgroundMark x1="36125" y1="68000" x2="36500" y2="61333"/>
                        <a14:backgroundMark x1="36250" y1="68222" x2="36750" y2="60222"/>
                        <a14:backgroundMark x1="36625" y1="60222" x2="36500" y2="66667"/>
                        <a14:backgroundMark x1="36750" y1="67778" x2="36625" y2="68667"/>
                        <a14:backgroundMark x1="36750" y1="67556" x2="36500" y2="69111"/>
                        <a14:backgroundMark x1="36625" y1="58667" x2="37625" y2="60889"/>
                        <a14:backgroundMark x1="36375" y1="58444" x2="37000" y2="55111"/>
                        <a14:backgroundMark x1="36875" y1="58667" x2="36750" y2="56000"/>
                        <a14:backgroundMark x1="36500" y1="59333" x2="36500" y2="55111"/>
                        <a14:backgroundMark x1="38000" y1="56889" x2="39625" y2="50889"/>
                        <a14:backgroundMark x1="38250" y1="56000" x2="39375" y2="50000"/>
                        <a14:backgroundMark x1="38000" y1="54667" x2="39000" y2="50222"/>
                        <a14:backgroundMark x1="38750" y1="51333" x2="37750" y2="55778"/>
                        <a14:backgroundMark x1="38125" y1="55556" x2="40125" y2="48667"/>
                        <a14:backgroundMark x1="39375" y1="49333" x2="38500" y2="50000"/>
                        <a14:backgroundMark x1="42875" y1="46222" x2="42750" y2="46889"/>
                        <a14:backgroundMark x1="41625" y1="45111" x2="42250" y2="42667"/>
                        <a14:backgroundMark x1="41500" y1="44667" x2="40750" y2="46444"/>
                        <a14:backgroundMark x1="41625" y1="44000" x2="40750" y2="44667"/>
                        <a14:backgroundMark x1="42250" y1="44000" x2="41000" y2="44667"/>
                        <a14:backgroundMark x1="43750" y1="9556" x2="47375" y2="15778"/>
                        <a14:backgroundMark x1="47500" y1="10222" x2="50375" y2="10000"/>
                        <a14:backgroundMark x1="50125" y1="11111" x2="50125" y2="12000"/>
                        <a14:backgroundMark x1="49875" y1="12889" x2="50000" y2="11556"/>
                        <a14:backgroundMark x1="49875" y1="12222" x2="49375" y2="11556"/>
                        <a14:backgroundMark x1="50500" y1="11333" x2="51250" y2="9778"/>
                        <a14:backgroundMark x1="50000" y1="11333" x2="50625" y2="9778"/>
                        <a14:backgroundMark x1="45500" y1="18000" x2="48000" y2="22222"/>
                        <a14:backgroundMark x1="47250" y1="23556" x2="46750" y2="27778"/>
                        <a14:backgroundMark x1="47625" y1="22889" x2="47250" y2="24222"/>
                        <a14:backgroundMark x1="46125" y1="39111" x2="45750" y2="35556"/>
                        <a14:backgroundMark x1="46125" y1="37333" x2="45625" y2="36444"/>
                        <a14:backgroundMark x1="45375" y1="37333" x2="44750" y2="38444"/>
                        <a14:backgroundMark x1="45875" y1="37333" x2="45500" y2="37778"/>
                        <a14:backgroundMark x1="46125" y1="36000" x2="47250" y2="32444"/>
                        <a14:backgroundMark x1="46875" y1="34222" x2="47250" y2="32667"/>
                        <a14:backgroundMark x1="47250" y1="32444" x2="46375" y2="33556"/>
                        <a14:backgroundMark x1="46625" y1="32444" x2="47250" y2="27778"/>
                        <a14:backgroundMark x1="46750" y1="30444" x2="46625" y2="28222"/>
                        <a14:backgroundMark x1="47250" y1="28444" x2="47625" y2="29556"/>
                        <a14:backgroundMark x1="47625" y1="29333" x2="46625" y2="31111"/>
                        <a14:backgroundMark x1="47500" y1="29556" x2="46375" y2="31333"/>
                        <a14:backgroundMark x1="47250" y1="27556" x2="46375" y2="29556"/>
                        <a14:backgroundMark x1="59375" y1="31333" x2="61750" y2="28222"/>
                        <a14:backgroundMark x1="60375" y1="30444" x2="61250" y2="25556"/>
                        <a14:backgroundMark x1="61375" y1="25778" x2="61500" y2="28222"/>
                        <a14:backgroundMark x1="61625" y1="24222" x2="60875" y2="25778"/>
                        <a14:backgroundMark x1="60250" y1="27556" x2="60000" y2="30889"/>
                        <a14:backgroundMark x1="58375" y1="33556" x2="57625" y2="27111"/>
                        <a14:backgroundMark x1="58000" y1="31333" x2="57750" y2="32444"/>
                        <a14:backgroundMark x1="58125" y1="32667" x2="57875" y2="35778"/>
                        <a14:backgroundMark x1="57875" y1="32667" x2="57750" y2="34889"/>
                        <a14:backgroundMark x1="59625" y1="30667" x2="58875" y2="31556"/>
                        <a14:backgroundMark x1="58500" y1="31111" x2="58625" y2="33333"/>
                        <a14:backgroundMark x1="58625" y1="31111" x2="57125" y2="27778"/>
                        <a14:backgroundMark x1="57625" y1="29333" x2="56875" y2="28444"/>
                        <a14:backgroundMark x1="57250" y1="29778" x2="56750" y2="28222"/>
                        <a14:backgroundMark x1="56875" y1="29333" x2="56500" y2="28000"/>
                        <a14:backgroundMark x1="59125" y1="5778" x2="60125" y2="7111"/>
                        <a14:backgroundMark x1="58000" y1="9778" x2="58125" y2="8889"/>
                        <a14:backgroundMark x1="58500" y1="8667" x2="58125" y2="9333"/>
                        <a14:backgroundMark x1="57750" y1="9111" x2="58750" y2="6889"/>
                        <a14:backgroundMark x1="58625" y1="6667" x2="58250" y2="8222"/>
                        <a14:backgroundMark x1="58625" y1="6444" x2="58625" y2="6000"/>
                        <a14:backgroundMark x1="58125" y1="5778" x2="58000" y2="6889"/>
                        <a14:backgroundMark x1="58250" y1="5778" x2="58375" y2="5556"/>
                        <a14:backgroundMark x1="58125" y1="9333" x2="57625" y2="9778"/>
                        <a14:backgroundMark x1="58000" y1="10444" x2="57500" y2="8889"/>
                        <a14:backgroundMark x1="57500" y1="10000" x2="57375" y2="9333"/>
                        <a14:backgroundMark x1="57500" y1="10667" x2="57750" y2="10889"/>
                        <a14:backgroundMark x1="57625" y1="10889" x2="57375" y2="9333"/>
                        <a14:backgroundMark x1="57125" y1="10222" x2="57250" y2="8889"/>
                        <a14:backgroundMark x1="55500" y1="8444" x2="56500" y2="7778"/>
                        <a14:backgroundMark x1="55625" y1="8444" x2="56125" y2="8889"/>
                        <a14:backgroundMark x1="55625" y1="8444" x2="55250" y2="8444"/>
                        <a14:backgroundMark x1="57500" y1="6000" x2="57500" y2="2667"/>
                        <a14:backgroundMark x1="58875" y1="8000" x2="57375" y2="1778"/>
                        <a14:backgroundMark x1="57875" y1="5111" x2="57750" y2="6444"/>
                        <a14:backgroundMark x1="58000" y1="6000" x2="57125" y2="2667"/>
                        <a14:backgroundMark x1="58000" y1="5778" x2="59750" y2="10444"/>
                        <a14:backgroundMark x1="59750" y1="9556" x2="60000" y2="12667"/>
                      </a14:backgroundRemoval>
                    </a14:imgEffect>
                    <a14:imgEffect>
                      <a14:artisticGlowEdges/>
                    </a14:imgEffect>
                  </a14:imgLayer>
                </a14:imgProps>
              </a:ext>
              <a:ext uri="{28A0092B-C50C-407E-A947-70E740481C1C}">
                <a14:useLocalDpi xmlns:a14="http://schemas.microsoft.com/office/drawing/2010/main" val="0"/>
              </a:ext>
            </a:extLst>
          </a:blip>
          <a:srcRect l="31914" t="1543" r="37057" b="-1"/>
          <a:stretch/>
        </p:blipFill>
        <p:spPr bwMode="auto">
          <a:xfrm>
            <a:off x="543279" y="217247"/>
            <a:ext cx="768458" cy="13716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Glow-In-The-Dark Demons: Three Newly Discovered Worms Are The Stuff Of  Nightmares | IFLScience">
            <a:extLst>
              <a:ext uri="{FF2B5EF4-FFF2-40B4-BE49-F238E27FC236}">
                <a16:creationId xmlns:a16="http://schemas.microsoft.com/office/drawing/2014/main" id="{1A37F8E0-379E-FC2B-FF10-69473703CACE}"/>
              </a:ext>
            </a:extLst>
          </p:cNvPr>
          <p:cNvPicPr>
            <a:picLocks noChangeAspect="1" noChangeArrowheads="1"/>
          </p:cNvPicPr>
          <p:nvPr/>
        </p:nvPicPr>
        <p:blipFill rotWithShape="1">
          <a:blip r:embed="rId2">
            <a:duotone>
              <a:prstClr val="black"/>
              <a:schemeClr val="accent4">
                <a:tint val="45000"/>
                <a:satMod val="400000"/>
              </a:schemeClr>
            </a:duotone>
            <a:extLst>
              <a:ext uri="{BEBA8EAE-BF5A-486C-A8C5-ECC9F3942E4B}">
                <a14:imgProps xmlns:a14="http://schemas.microsoft.com/office/drawing/2010/main">
                  <a14:imgLayer r:embed="rId3">
                    <a14:imgEffect>
                      <a14:backgroundRemoval t="2000" b="96000" l="32000" r="61500">
                        <a14:foregroundMark x1="55500" y1="65111" x2="57750" y2="64444"/>
                        <a14:foregroundMark x1="45625" y1="90222" x2="38375" y2="96000"/>
                        <a14:foregroundMark x1="56471" y1="10806" x2="56915" y2="10661"/>
                        <a14:foregroundMark x1="54889" y1="11321" x2="56135" y2="10915"/>
                        <a14:foregroundMark x1="52125" y1="12222" x2="54444" y2="11466"/>
                        <a14:foregroundMark x1="51682" y1="11111" x2="55437" y2="8660"/>
                        <a14:foregroundMark x1="54681" y1="11694" x2="48802" y2="30976"/>
                        <a14:foregroundMark x1="49875" y1="23556" x2="49032" y2="20734"/>
                        <a14:foregroundMark x1="47182" y1="40667" x2="47125" y2="44444"/>
                        <a14:foregroundMark x1="47266" y1="35060" x2="47188" y2="40223"/>
                        <a14:foregroundMark x1="56170" y1="9967" x2="57101" y2="9679"/>
                        <a14:foregroundMark x1="50824" y1="11620" x2="54606" y2="10450"/>
                        <a14:foregroundMark x1="50071" y1="11853" x2="50404" y2="11750"/>
                        <a14:foregroundMark x1="55948" y1="9672" x2="56861" y2="9544"/>
                        <a14:foregroundMark x1="51117" y1="10351" x2="55108" y2="9790"/>
                        <a14:foregroundMark x1="50477" y1="10441" x2="50714" y2="10408"/>
                        <a14:foregroundMark x1="56826" y1="11992" x2="56800" y2="11942"/>
                        <a14:foregroundMark x1="57355" y1="13004" x2="57044" y2="12408"/>
                        <a14:foregroundMark x1="61125" y1="20222" x2="57368" y2="13030"/>
                        <a14:foregroundMark x1="58500" y1="14667" x2="59625" y2="16667"/>
                        <a14:foregroundMark x1="59625" y1="16889" x2="60711" y2="23071"/>
                        <a14:foregroundMark x1="57343" y1="28889" x2="56782" y2="28889"/>
                        <a14:foregroundMark x1="56676" y1="35475" x2="50727" y2="59581"/>
                        <a14:foregroundMark x1="45321" y1="69468" x2="41000" y2="66222"/>
                        <a14:foregroundMark x1="46483" y1="70341" x2="45663" y2="69725"/>
                        <a14:foregroundMark x1="49875" y1="72889" x2="47772" y2="71309"/>
                        <a14:foregroundMark x1="52500" y1="74000" x2="51250" y2="65111"/>
                        <a14:foregroundMark x1="49875" y1="66000" x2="49697" y2="65894"/>
                        <a14:foregroundMark x1="46447" y1="36574" x2="47000" y2="35111"/>
                        <a14:foregroundMark x1="43384" y1="44667" x2="43552" y2="44222"/>
                        <a14:foregroundMark x1="43007" y1="45663" x2="43384" y2="44667"/>
                        <a14:foregroundMark x1="40435" y1="51530" x2="40402" y2="50849"/>
                        <a14:foregroundMark x1="37375" y1="67333" x2="37420" y2="66723"/>
                        <a14:foregroundMark x1="36738" y1="56425" x2="36640" y2="55581"/>
                        <a14:foregroundMark x1="36952" y1="58274" x2="36753" y2="56553"/>
                        <a14:foregroundMark x1="36544" y1="57395" x2="36516" y2="55942"/>
                        <a14:foregroundMark x1="36570" y1="58734" x2="36548" y2="57579"/>
                        <a14:backgroundMark x1="38375" y1="34444" x2="41250" y2="35556"/>
                        <a14:backgroundMark x1="40625" y1="36889" x2="39000" y2="42667"/>
                        <a14:backgroundMark x1="40375" y1="40667" x2="41750" y2="40444"/>
                        <a14:backgroundMark x1="41000" y1="43111" x2="41625" y2="43333"/>
                        <a14:backgroundMark x1="41750" y1="43111" x2="42875" y2="36444"/>
                        <a14:backgroundMark x1="42500" y1="39778" x2="43250" y2="34889"/>
                        <a14:backgroundMark x1="42500" y1="39556" x2="42375" y2="32889"/>
                        <a14:backgroundMark x1="42875" y1="33778" x2="43250" y2="34444"/>
                        <a14:backgroundMark x1="43250" y1="33556" x2="42000" y2="39556"/>
                        <a14:backgroundMark x1="43875" y1="32222" x2="42250" y2="38889"/>
                        <a14:backgroundMark x1="43000" y1="38000" x2="42375" y2="42000"/>
                        <a14:backgroundMark x1="40750" y1="43778" x2="39875" y2="46000"/>
                        <a14:backgroundMark x1="39750" y1="48667" x2="41875" y2="47111"/>
                        <a14:backgroundMark x1="42125" y1="46889" x2="42125" y2="46889"/>
                        <a14:backgroundMark x1="42250" y1="47333" x2="42250" y2="47333"/>
                        <a14:backgroundMark x1="42000" y1="47778" x2="42000" y2="47778"/>
                        <a14:backgroundMark x1="41875" y1="47778" x2="41875" y2="47778"/>
                        <a14:backgroundMark x1="41875" y1="47778" x2="41875" y2="47778"/>
                        <a14:backgroundMark x1="41750" y1="48000" x2="41750" y2="48000"/>
                        <a14:backgroundMark x1="41500" y1="48222" x2="41500" y2="48222"/>
                        <a14:backgroundMark x1="41750" y1="48444" x2="41750" y2="48444"/>
                        <a14:backgroundMark x1="41875" y1="47556" x2="41875" y2="47556"/>
                        <a14:backgroundMark x1="41750" y1="47778" x2="41250" y2="48000"/>
                        <a14:backgroundMark x1="41625" y1="47556" x2="42000" y2="47556"/>
                        <a14:backgroundMark x1="42250" y1="47333" x2="42250" y2="47333"/>
                        <a14:backgroundMark x1="42500" y1="46889" x2="42500" y2="46889"/>
                        <a14:backgroundMark x1="42750" y1="46889" x2="42750" y2="46889"/>
                        <a14:backgroundMark x1="40750" y1="48444" x2="40750" y2="48444"/>
                        <a14:backgroundMark x1="40000" y1="48667" x2="38875" y2="48889"/>
                        <a14:backgroundMark x1="40625" y1="47333" x2="39250" y2="47333"/>
                        <a14:backgroundMark x1="40375" y1="46444" x2="39750" y2="46444"/>
                        <a14:backgroundMark x1="41625" y1="42667" x2="41625" y2="42667"/>
                        <a14:backgroundMark x1="41750" y1="42667" x2="41750" y2="42667"/>
                        <a14:backgroundMark x1="42250" y1="42667" x2="42250" y2="42667"/>
                        <a14:backgroundMark x1="42125" y1="42889" x2="41125" y2="42889"/>
                        <a14:backgroundMark x1="42500" y1="43778" x2="42500" y2="43778"/>
                        <a14:backgroundMark x1="42500" y1="43778" x2="42375" y2="42667"/>
                        <a14:backgroundMark x1="43250" y1="44444" x2="43375" y2="43778"/>
                        <a14:backgroundMark x1="43875" y1="43333" x2="44250" y2="42222"/>
                        <a14:backgroundMark x1="44375" y1="44667" x2="44375" y2="44667"/>
                        <a14:backgroundMark x1="44250" y1="44222" x2="44250" y2="44222"/>
                        <a14:backgroundMark x1="44000" y1="44222" x2="44000" y2="44222"/>
                        <a14:backgroundMark x1="43750" y1="44000" x2="43750" y2="44000"/>
                        <a14:backgroundMark x1="43375" y1="44222" x2="43375" y2="44222"/>
                        <a14:backgroundMark x1="43375" y1="44667" x2="43375" y2="44667"/>
                        <a14:backgroundMark x1="45375" y1="39778" x2="45375" y2="39778"/>
                        <a14:backgroundMark x1="45000" y1="40667" x2="45000" y2="40667"/>
                        <a14:backgroundMark x1="45000" y1="40667" x2="45000" y2="40667"/>
                        <a14:backgroundMark x1="45000" y1="39111" x2="45000" y2="39111"/>
                        <a14:backgroundMark x1="45000" y1="38444" x2="45000" y2="38444"/>
                        <a14:backgroundMark x1="45000" y1="38444" x2="45000" y2="38444"/>
                        <a14:backgroundMark x1="44625" y1="40222" x2="44500" y2="41333"/>
                        <a14:backgroundMark x1="44625" y1="38889" x2="45000" y2="40444"/>
                        <a14:backgroundMark x1="59250" y1="77778" x2="60375" y2="81778"/>
                        <a14:backgroundMark x1="60875" y1="75778" x2="60875" y2="80000"/>
                        <a14:backgroundMark x1="61375" y1="82222" x2="61500" y2="77778"/>
                        <a14:backgroundMark x1="60875" y1="80667" x2="62000" y2="81556"/>
                        <a14:backgroundMark x1="49750" y1="86222" x2="51000" y2="82889"/>
                        <a14:backgroundMark x1="51125" y1="82667" x2="51125" y2="81556"/>
                        <a14:backgroundMark x1="51625" y1="82000" x2="52625" y2="81333"/>
                        <a14:backgroundMark x1="50875" y1="82000" x2="52250" y2="82222"/>
                        <a14:backgroundMark x1="51375" y1="81556" x2="52500" y2="81556"/>
                        <a14:backgroundMark x1="51375" y1="81333" x2="52250" y2="81556"/>
                        <a14:backgroundMark x1="51375" y1="81333" x2="52250" y2="81556"/>
                        <a14:backgroundMark x1="51375" y1="81333" x2="51125" y2="81333"/>
                        <a14:backgroundMark x1="52125" y1="80667" x2="52125" y2="79556"/>
                        <a14:backgroundMark x1="52000" y1="78889" x2="54500" y2="74000"/>
                        <a14:backgroundMark x1="54375" y1="77556" x2="54750" y2="74000"/>
                        <a14:backgroundMark x1="54875" y1="74444" x2="59000" y2="78000"/>
                        <a14:backgroundMark x1="54500" y1="76444" x2="55250" y2="73333"/>
                        <a14:backgroundMark x1="55250" y1="73333" x2="54625" y2="74889"/>
                        <a14:backgroundMark x1="54750" y1="74889" x2="54625" y2="77111"/>
                        <a14:backgroundMark x1="60500" y1="74222" x2="60875" y2="77778"/>
                        <a14:backgroundMark x1="47375" y1="69333" x2="49375" y2="67111"/>
                        <a14:backgroundMark x1="49875" y1="66444" x2="50250" y2="66222"/>
                        <a14:backgroundMark x1="50125" y1="65333" x2="49875" y2="64000"/>
                        <a14:backgroundMark x1="49875" y1="63333" x2="50125" y2="62444"/>
                        <a14:backgroundMark x1="49750" y1="66667" x2="49750" y2="66000"/>
                        <a14:backgroundMark x1="46125" y1="70889" x2="47000" y2="72222"/>
                        <a14:backgroundMark x1="46000" y1="70667" x2="45750" y2="70667"/>
                        <a14:backgroundMark x1="33750" y1="92444" x2="34500" y2="94222"/>
                        <a14:backgroundMark x1="33875" y1="92889" x2="33500" y2="90444"/>
                        <a14:backgroundMark x1="34375" y1="92667" x2="33875" y2="91111"/>
                        <a14:backgroundMark x1="33875" y1="91333" x2="34750" y2="93111"/>
                        <a14:backgroundMark x1="33875" y1="91333" x2="32875" y2="87556"/>
                        <a14:backgroundMark x1="33250" y1="89111" x2="33000" y2="84889"/>
                        <a14:backgroundMark x1="32875" y1="86000" x2="32375" y2="83778"/>
                        <a14:backgroundMark x1="32250" y1="82222" x2="32500" y2="80889"/>
                        <a14:backgroundMark x1="36125" y1="55778" x2="37500" y2="51778"/>
                        <a14:backgroundMark x1="35750" y1="54222" x2="36875" y2="51111"/>
                        <a14:backgroundMark x1="35625" y1="54444" x2="37250" y2="52222"/>
                        <a14:backgroundMark x1="36500" y1="54444" x2="36500" y2="51556"/>
                        <a14:backgroundMark x1="36125" y1="68000" x2="36500" y2="61333"/>
                        <a14:backgroundMark x1="36250" y1="68222" x2="36750" y2="60222"/>
                        <a14:backgroundMark x1="36625" y1="60222" x2="36500" y2="66667"/>
                        <a14:backgroundMark x1="36750" y1="67778" x2="36625" y2="68667"/>
                        <a14:backgroundMark x1="36750" y1="67556" x2="36500" y2="69111"/>
                        <a14:backgroundMark x1="36625" y1="58667" x2="37625" y2="60889"/>
                        <a14:backgroundMark x1="36375" y1="58444" x2="37000" y2="55111"/>
                        <a14:backgroundMark x1="36875" y1="58667" x2="36750" y2="56000"/>
                        <a14:backgroundMark x1="36500" y1="59333" x2="36500" y2="55111"/>
                        <a14:backgroundMark x1="38000" y1="56889" x2="39625" y2="50889"/>
                        <a14:backgroundMark x1="38250" y1="56000" x2="39375" y2="50000"/>
                        <a14:backgroundMark x1="38000" y1="54667" x2="39000" y2="50222"/>
                        <a14:backgroundMark x1="38750" y1="51333" x2="37750" y2="55778"/>
                        <a14:backgroundMark x1="38125" y1="55556" x2="40125" y2="48667"/>
                        <a14:backgroundMark x1="39375" y1="49333" x2="38500" y2="50000"/>
                        <a14:backgroundMark x1="42875" y1="46222" x2="42750" y2="46889"/>
                        <a14:backgroundMark x1="41625" y1="45111" x2="42250" y2="42667"/>
                        <a14:backgroundMark x1="41500" y1="44667" x2="40750" y2="46444"/>
                        <a14:backgroundMark x1="41625" y1="44000" x2="40750" y2="44667"/>
                        <a14:backgroundMark x1="42250" y1="44000" x2="41000" y2="44667"/>
                        <a14:backgroundMark x1="43750" y1="9556" x2="47375" y2="15778"/>
                        <a14:backgroundMark x1="47500" y1="10222" x2="50375" y2="10000"/>
                        <a14:backgroundMark x1="50125" y1="11111" x2="50125" y2="12000"/>
                        <a14:backgroundMark x1="49875" y1="12889" x2="50000" y2="11556"/>
                        <a14:backgroundMark x1="49875" y1="12222" x2="49375" y2="11556"/>
                        <a14:backgroundMark x1="50500" y1="11333" x2="51250" y2="9778"/>
                        <a14:backgroundMark x1="50000" y1="11333" x2="50625" y2="9778"/>
                        <a14:backgroundMark x1="45500" y1="18000" x2="48000" y2="22222"/>
                        <a14:backgroundMark x1="47250" y1="23556" x2="46750" y2="27778"/>
                        <a14:backgroundMark x1="47625" y1="22889" x2="47250" y2="24222"/>
                        <a14:backgroundMark x1="46125" y1="39111" x2="45750" y2="35556"/>
                        <a14:backgroundMark x1="46125" y1="37333" x2="45625" y2="36444"/>
                        <a14:backgroundMark x1="45375" y1="37333" x2="44750" y2="38444"/>
                        <a14:backgroundMark x1="45875" y1="37333" x2="45500" y2="37778"/>
                        <a14:backgroundMark x1="46125" y1="36000" x2="47250" y2="32444"/>
                        <a14:backgroundMark x1="46875" y1="34222" x2="47250" y2="32667"/>
                        <a14:backgroundMark x1="47250" y1="32444" x2="46375" y2="33556"/>
                        <a14:backgroundMark x1="46625" y1="32444" x2="47250" y2="27778"/>
                        <a14:backgroundMark x1="46750" y1="30444" x2="46625" y2="28222"/>
                        <a14:backgroundMark x1="47250" y1="28444" x2="47625" y2="29556"/>
                        <a14:backgroundMark x1="47625" y1="29333" x2="46625" y2="31111"/>
                        <a14:backgroundMark x1="47500" y1="29556" x2="46375" y2="31333"/>
                        <a14:backgroundMark x1="47250" y1="27556" x2="46375" y2="29556"/>
                        <a14:backgroundMark x1="59375" y1="31333" x2="61750" y2="28222"/>
                        <a14:backgroundMark x1="60375" y1="30444" x2="61250" y2="25556"/>
                        <a14:backgroundMark x1="61375" y1="25778" x2="61500" y2="28222"/>
                        <a14:backgroundMark x1="61625" y1="24222" x2="60875" y2="25778"/>
                        <a14:backgroundMark x1="60250" y1="27556" x2="60000" y2="30889"/>
                        <a14:backgroundMark x1="58375" y1="33556" x2="57625" y2="27111"/>
                        <a14:backgroundMark x1="58000" y1="31333" x2="57750" y2="32444"/>
                        <a14:backgroundMark x1="58125" y1="32667" x2="57875" y2="35778"/>
                        <a14:backgroundMark x1="57875" y1="32667" x2="57750" y2="34889"/>
                        <a14:backgroundMark x1="59625" y1="30667" x2="58875" y2="31556"/>
                        <a14:backgroundMark x1="58500" y1="31111" x2="58625" y2="33333"/>
                        <a14:backgroundMark x1="58625" y1="31111" x2="57125" y2="27778"/>
                        <a14:backgroundMark x1="57625" y1="29333" x2="56875" y2="28444"/>
                        <a14:backgroundMark x1="57250" y1="29778" x2="56750" y2="28222"/>
                        <a14:backgroundMark x1="56875" y1="29333" x2="56500" y2="28000"/>
                        <a14:backgroundMark x1="59125" y1="5778" x2="60125" y2="7111"/>
                        <a14:backgroundMark x1="58000" y1="9778" x2="58125" y2="8889"/>
                        <a14:backgroundMark x1="58500" y1="8667" x2="58125" y2="9333"/>
                        <a14:backgroundMark x1="57750" y1="9111" x2="58750" y2="6889"/>
                        <a14:backgroundMark x1="58625" y1="6667" x2="58250" y2="8222"/>
                        <a14:backgroundMark x1="58625" y1="6444" x2="58625" y2="6000"/>
                        <a14:backgroundMark x1="58125" y1="5778" x2="58000" y2="6889"/>
                        <a14:backgroundMark x1="58250" y1="5778" x2="58375" y2="5556"/>
                        <a14:backgroundMark x1="58125" y1="9333" x2="57625" y2="9778"/>
                        <a14:backgroundMark x1="58000" y1="10444" x2="57500" y2="8889"/>
                        <a14:backgroundMark x1="57500" y1="10000" x2="57375" y2="9333"/>
                        <a14:backgroundMark x1="57500" y1="10667" x2="57750" y2="10889"/>
                        <a14:backgroundMark x1="57625" y1="10889" x2="57375" y2="9333"/>
                        <a14:backgroundMark x1="57125" y1="10222" x2="57250" y2="8889"/>
                        <a14:backgroundMark x1="55500" y1="8444" x2="56500" y2="7778"/>
                        <a14:backgroundMark x1="55625" y1="8444" x2="56125" y2="8889"/>
                        <a14:backgroundMark x1="55625" y1="8444" x2="55250" y2="8444"/>
                        <a14:backgroundMark x1="57500" y1="6000" x2="57500" y2="2667"/>
                        <a14:backgroundMark x1="58875" y1="8000" x2="57375" y2="1778"/>
                        <a14:backgroundMark x1="57875" y1="5111" x2="57750" y2="6444"/>
                        <a14:backgroundMark x1="58000" y1="6000" x2="57125" y2="2667"/>
                        <a14:backgroundMark x1="58000" y1="5778" x2="59750" y2="10444"/>
                        <a14:backgroundMark x1="59750" y1="9556" x2="60000" y2="12667"/>
                      </a14:backgroundRemoval>
                    </a14:imgEffect>
                    <a14:imgEffect>
                      <a14:artisticGlowEdges/>
                    </a14:imgEffect>
                  </a14:imgLayer>
                </a14:imgProps>
              </a:ext>
              <a:ext uri="{28A0092B-C50C-407E-A947-70E740481C1C}">
                <a14:useLocalDpi xmlns:a14="http://schemas.microsoft.com/office/drawing/2010/main" val="0"/>
              </a:ext>
            </a:extLst>
          </a:blip>
          <a:srcRect l="31914" t="1543" r="37057" b="-1"/>
          <a:stretch/>
        </p:blipFill>
        <p:spPr bwMode="auto">
          <a:xfrm>
            <a:off x="543279" y="1588847"/>
            <a:ext cx="768458" cy="13716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Glow-In-The-Dark Demons: Three Newly Discovered Worms Are The Stuff Of  Nightmares | IFLScience">
            <a:extLst>
              <a:ext uri="{FF2B5EF4-FFF2-40B4-BE49-F238E27FC236}">
                <a16:creationId xmlns:a16="http://schemas.microsoft.com/office/drawing/2014/main" id="{91E52DD7-FA5D-2459-8F0A-6A61636C7621}"/>
              </a:ext>
            </a:extLst>
          </p:cNvPr>
          <p:cNvPicPr>
            <a:picLocks noChangeAspect="1" noChangeArrowheads="1"/>
          </p:cNvPicPr>
          <p:nvPr/>
        </p:nvPicPr>
        <p:blipFill rotWithShape="1">
          <a:blip r:embed="rId2">
            <a:duotone>
              <a:prstClr val="black"/>
              <a:schemeClr val="accent6">
                <a:tint val="45000"/>
                <a:satMod val="400000"/>
              </a:schemeClr>
            </a:duotone>
            <a:extLst>
              <a:ext uri="{BEBA8EAE-BF5A-486C-A8C5-ECC9F3942E4B}">
                <a14:imgProps xmlns:a14="http://schemas.microsoft.com/office/drawing/2010/main">
                  <a14:imgLayer r:embed="rId3">
                    <a14:imgEffect>
                      <a14:backgroundRemoval t="2000" b="96000" l="32000" r="61500">
                        <a14:foregroundMark x1="55500" y1="65111" x2="57750" y2="64444"/>
                        <a14:foregroundMark x1="45625" y1="90222" x2="38375" y2="96000"/>
                        <a14:foregroundMark x1="56471" y1="10806" x2="56915" y2="10661"/>
                        <a14:foregroundMark x1="54889" y1="11321" x2="56135" y2="10915"/>
                        <a14:foregroundMark x1="52125" y1="12222" x2="54444" y2="11466"/>
                        <a14:foregroundMark x1="51682" y1="11111" x2="55437" y2="8660"/>
                        <a14:foregroundMark x1="54681" y1="11694" x2="48802" y2="30976"/>
                        <a14:foregroundMark x1="49875" y1="23556" x2="49032" y2="20734"/>
                        <a14:foregroundMark x1="47182" y1="40667" x2="47125" y2="44444"/>
                        <a14:foregroundMark x1="47266" y1="35060" x2="47188" y2="40223"/>
                        <a14:foregroundMark x1="56170" y1="9967" x2="57101" y2="9679"/>
                        <a14:foregroundMark x1="50824" y1="11620" x2="54606" y2="10450"/>
                        <a14:foregroundMark x1="50071" y1="11853" x2="50404" y2="11750"/>
                        <a14:foregroundMark x1="55948" y1="9672" x2="56861" y2="9544"/>
                        <a14:foregroundMark x1="51117" y1="10351" x2="55108" y2="9790"/>
                        <a14:foregroundMark x1="50477" y1="10441" x2="50714" y2="10408"/>
                        <a14:foregroundMark x1="56826" y1="11992" x2="56800" y2="11942"/>
                        <a14:foregroundMark x1="57355" y1="13004" x2="57044" y2="12408"/>
                        <a14:foregroundMark x1="61125" y1="20222" x2="57368" y2="13030"/>
                        <a14:foregroundMark x1="58500" y1="14667" x2="59625" y2="16667"/>
                        <a14:foregroundMark x1="59625" y1="16889" x2="60711" y2="23071"/>
                        <a14:foregroundMark x1="57343" y1="28889" x2="56782" y2="28889"/>
                        <a14:foregroundMark x1="56676" y1="35475" x2="50727" y2="59581"/>
                        <a14:foregroundMark x1="45321" y1="69468" x2="41000" y2="66222"/>
                        <a14:foregroundMark x1="46483" y1="70341" x2="45663" y2="69725"/>
                        <a14:foregroundMark x1="49875" y1="72889" x2="47772" y2="71309"/>
                        <a14:foregroundMark x1="52500" y1="74000" x2="51250" y2="65111"/>
                        <a14:foregroundMark x1="49875" y1="66000" x2="49697" y2="65894"/>
                        <a14:foregroundMark x1="46447" y1="36574" x2="47000" y2="35111"/>
                        <a14:foregroundMark x1="43384" y1="44667" x2="43552" y2="44222"/>
                        <a14:foregroundMark x1="43007" y1="45663" x2="43384" y2="44667"/>
                        <a14:foregroundMark x1="40435" y1="51530" x2="40402" y2="50849"/>
                        <a14:foregroundMark x1="37375" y1="67333" x2="37420" y2="66723"/>
                        <a14:foregroundMark x1="36738" y1="56425" x2="36640" y2="55581"/>
                        <a14:foregroundMark x1="36952" y1="58274" x2="36753" y2="56553"/>
                        <a14:foregroundMark x1="36544" y1="57395" x2="36516" y2="55942"/>
                        <a14:foregroundMark x1="36570" y1="58734" x2="36548" y2="57579"/>
                        <a14:backgroundMark x1="38375" y1="34444" x2="41250" y2="35556"/>
                        <a14:backgroundMark x1="40625" y1="36889" x2="39000" y2="42667"/>
                        <a14:backgroundMark x1="40375" y1="40667" x2="41750" y2="40444"/>
                        <a14:backgroundMark x1="41000" y1="43111" x2="41625" y2="43333"/>
                        <a14:backgroundMark x1="41750" y1="43111" x2="42875" y2="36444"/>
                        <a14:backgroundMark x1="42500" y1="39778" x2="43250" y2="34889"/>
                        <a14:backgroundMark x1="42500" y1="39556" x2="42375" y2="32889"/>
                        <a14:backgroundMark x1="42875" y1="33778" x2="43250" y2="34444"/>
                        <a14:backgroundMark x1="43250" y1="33556" x2="42000" y2="39556"/>
                        <a14:backgroundMark x1="43875" y1="32222" x2="42250" y2="38889"/>
                        <a14:backgroundMark x1="43000" y1="38000" x2="42375" y2="42000"/>
                        <a14:backgroundMark x1="40750" y1="43778" x2="39875" y2="46000"/>
                        <a14:backgroundMark x1="39750" y1="48667" x2="41875" y2="47111"/>
                        <a14:backgroundMark x1="42125" y1="46889" x2="42125" y2="46889"/>
                        <a14:backgroundMark x1="42250" y1="47333" x2="42250" y2="47333"/>
                        <a14:backgroundMark x1="42000" y1="47778" x2="42000" y2="47778"/>
                        <a14:backgroundMark x1="41875" y1="47778" x2="41875" y2="47778"/>
                        <a14:backgroundMark x1="41875" y1="47778" x2="41875" y2="47778"/>
                        <a14:backgroundMark x1="41750" y1="48000" x2="41750" y2="48000"/>
                        <a14:backgroundMark x1="41500" y1="48222" x2="41500" y2="48222"/>
                        <a14:backgroundMark x1="41750" y1="48444" x2="41750" y2="48444"/>
                        <a14:backgroundMark x1="41875" y1="47556" x2="41875" y2="47556"/>
                        <a14:backgroundMark x1="41750" y1="47778" x2="41250" y2="48000"/>
                        <a14:backgroundMark x1="41625" y1="47556" x2="42000" y2="47556"/>
                        <a14:backgroundMark x1="42250" y1="47333" x2="42250" y2="47333"/>
                        <a14:backgroundMark x1="42500" y1="46889" x2="42500" y2="46889"/>
                        <a14:backgroundMark x1="42750" y1="46889" x2="42750" y2="46889"/>
                        <a14:backgroundMark x1="40750" y1="48444" x2="40750" y2="48444"/>
                        <a14:backgroundMark x1="40000" y1="48667" x2="38875" y2="48889"/>
                        <a14:backgroundMark x1="40625" y1="47333" x2="39250" y2="47333"/>
                        <a14:backgroundMark x1="40375" y1="46444" x2="39750" y2="46444"/>
                        <a14:backgroundMark x1="41625" y1="42667" x2="41625" y2="42667"/>
                        <a14:backgroundMark x1="41750" y1="42667" x2="41750" y2="42667"/>
                        <a14:backgroundMark x1="42250" y1="42667" x2="42250" y2="42667"/>
                        <a14:backgroundMark x1="42125" y1="42889" x2="41125" y2="42889"/>
                        <a14:backgroundMark x1="42500" y1="43778" x2="42500" y2="43778"/>
                        <a14:backgroundMark x1="42500" y1="43778" x2="42375" y2="42667"/>
                        <a14:backgroundMark x1="43250" y1="44444" x2="43375" y2="43778"/>
                        <a14:backgroundMark x1="43875" y1="43333" x2="44250" y2="42222"/>
                        <a14:backgroundMark x1="44375" y1="44667" x2="44375" y2="44667"/>
                        <a14:backgroundMark x1="44250" y1="44222" x2="44250" y2="44222"/>
                        <a14:backgroundMark x1="44000" y1="44222" x2="44000" y2="44222"/>
                        <a14:backgroundMark x1="43750" y1="44000" x2="43750" y2="44000"/>
                        <a14:backgroundMark x1="43375" y1="44222" x2="43375" y2="44222"/>
                        <a14:backgroundMark x1="43375" y1="44667" x2="43375" y2="44667"/>
                        <a14:backgroundMark x1="45375" y1="39778" x2="45375" y2="39778"/>
                        <a14:backgroundMark x1="45000" y1="40667" x2="45000" y2="40667"/>
                        <a14:backgroundMark x1="45000" y1="40667" x2="45000" y2="40667"/>
                        <a14:backgroundMark x1="45000" y1="39111" x2="45000" y2="39111"/>
                        <a14:backgroundMark x1="45000" y1="38444" x2="45000" y2="38444"/>
                        <a14:backgroundMark x1="45000" y1="38444" x2="45000" y2="38444"/>
                        <a14:backgroundMark x1="44625" y1="40222" x2="44500" y2="41333"/>
                        <a14:backgroundMark x1="44625" y1="38889" x2="45000" y2="40444"/>
                        <a14:backgroundMark x1="59250" y1="77778" x2="60375" y2="81778"/>
                        <a14:backgroundMark x1="60875" y1="75778" x2="60875" y2="80000"/>
                        <a14:backgroundMark x1="61375" y1="82222" x2="61500" y2="77778"/>
                        <a14:backgroundMark x1="60875" y1="80667" x2="62000" y2="81556"/>
                        <a14:backgroundMark x1="49750" y1="86222" x2="51000" y2="82889"/>
                        <a14:backgroundMark x1="51125" y1="82667" x2="51125" y2="81556"/>
                        <a14:backgroundMark x1="51625" y1="82000" x2="52625" y2="81333"/>
                        <a14:backgroundMark x1="50875" y1="82000" x2="52250" y2="82222"/>
                        <a14:backgroundMark x1="51375" y1="81556" x2="52500" y2="81556"/>
                        <a14:backgroundMark x1="51375" y1="81333" x2="52250" y2="81556"/>
                        <a14:backgroundMark x1="51375" y1="81333" x2="52250" y2="81556"/>
                        <a14:backgroundMark x1="51375" y1="81333" x2="51125" y2="81333"/>
                        <a14:backgroundMark x1="52125" y1="80667" x2="52125" y2="79556"/>
                        <a14:backgroundMark x1="52000" y1="78889" x2="54500" y2="74000"/>
                        <a14:backgroundMark x1="54375" y1="77556" x2="54750" y2="74000"/>
                        <a14:backgroundMark x1="54875" y1="74444" x2="59000" y2="78000"/>
                        <a14:backgroundMark x1="54500" y1="76444" x2="55250" y2="73333"/>
                        <a14:backgroundMark x1="55250" y1="73333" x2="54625" y2="74889"/>
                        <a14:backgroundMark x1="54750" y1="74889" x2="54625" y2="77111"/>
                        <a14:backgroundMark x1="60500" y1="74222" x2="60875" y2="77778"/>
                        <a14:backgroundMark x1="47375" y1="69333" x2="49375" y2="67111"/>
                        <a14:backgroundMark x1="49875" y1="66444" x2="50250" y2="66222"/>
                        <a14:backgroundMark x1="50125" y1="65333" x2="49875" y2="64000"/>
                        <a14:backgroundMark x1="49875" y1="63333" x2="50125" y2="62444"/>
                        <a14:backgroundMark x1="49750" y1="66667" x2="49750" y2="66000"/>
                        <a14:backgroundMark x1="46125" y1="70889" x2="47000" y2="72222"/>
                        <a14:backgroundMark x1="46000" y1="70667" x2="45750" y2="70667"/>
                        <a14:backgroundMark x1="33750" y1="92444" x2="34500" y2="94222"/>
                        <a14:backgroundMark x1="33875" y1="92889" x2="33500" y2="90444"/>
                        <a14:backgroundMark x1="34375" y1="92667" x2="33875" y2="91111"/>
                        <a14:backgroundMark x1="33875" y1="91333" x2="34750" y2="93111"/>
                        <a14:backgroundMark x1="33875" y1="91333" x2="32875" y2="87556"/>
                        <a14:backgroundMark x1="33250" y1="89111" x2="33000" y2="84889"/>
                        <a14:backgroundMark x1="32875" y1="86000" x2="32375" y2="83778"/>
                        <a14:backgroundMark x1="32250" y1="82222" x2="32500" y2="80889"/>
                        <a14:backgroundMark x1="36125" y1="55778" x2="37500" y2="51778"/>
                        <a14:backgroundMark x1="35750" y1="54222" x2="36875" y2="51111"/>
                        <a14:backgroundMark x1="35625" y1="54444" x2="37250" y2="52222"/>
                        <a14:backgroundMark x1="36500" y1="54444" x2="36500" y2="51556"/>
                        <a14:backgroundMark x1="36125" y1="68000" x2="36500" y2="61333"/>
                        <a14:backgroundMark x1="36250" y1="68222" x2="36750" y2="60222"/>
                        <a14:backgroundMark x1="36625" y1="60222" x2="36500" y2="66667"/>
                        <a14:backgroundMark x1="36750" y1="67778" x2="36625" y2="68667"/>
                        <a14:backgroundMark x1="36750" y1="67556" x2="36500" y2="69111"/>
                        <a14:backgroundMark x1="36625" y1="58667" x2="37625" y2="60889"/>
                        <a14:backgroundMark x1="36375" y1="58444" x2="37000" y2="55111"/>
                        <a14:backgroundMark x1="36875" y1="58667" x2="36750" y2="56000"/>
                        <a14:backgroundMark x1="36500" y1="59333" x2="36500" y2="55111"/>
                        <a14:backgroundMark x1="38000" y1="56889" x2="39625" y2="50889"/>
                        <a14:backgroundMark x1="38250" y1="56000" x2="39375" y2="50000"/>
                        <a14:backgroundMark x1="38000" y1="54667" x2="39000" y2="50222"/>
                        <a14:backgroundMark x1="38750" y1="51333" x2="37750" y2="55778"/>
                        <a14:backgroundMark x1="38125" y1="55556" x2="40125" y2="48667"/>
                        <a14:backgroundMark x1="39375" y1="49333" x2="38500" y2="50000"/>
                        <a14:backgroundMark x1="42875" y1="46222" x2="42750" y2="46889"/>
                        <a14:backgroundMark x1="41625" y1="45111" x2="42250" y2="42667"/>
                        <a14:backgroundMark x1="41500" y1="44667" x2="40750" y2="46444"/>
                        <a14:backgroundMark x1="41625" y1="44000" x2="40750" y2="44667"/>
                        <a14:backgroundMark x1="42250" y1="44000" x2="41000" y2="44667"/>
                        <a14:backgroundMark x1="43750" y1="9556" x2="47375" y2="15778"/>
                        <a14:backgroundMark x1="47500" y1="10222" x2="50375" y2="10000"/>
                        <a14:backgroundMark x1="50125" y1="11111" x2="50125" y2="12000"/>
                        <a14:backgroundMark x1="49875" y1="12889" x2="50000" y2="11556"/>
                        <a14:backgroundMark x1="49875" y1="12222" x2="49375" y2="11556"/>
                        <a14:backgroundMark x1="50500" y1="11333" x2="51250" y2="9778"/>
                        <a14:backgroundMark x1="50000" y1="11333" x2="50625" y2="9778"/>
                        <a14:backgroundMark x1="45500" y1="18000" x2="48000" y2="22222"/>
                        <a14:backgroundMark x1="47250" y1="23556" x2="46750" y2="27778"/>
                        <a14:backgroundMark x1="47625" y1="22889" x2="47250" y2="24222"/>
                        <a14:backgroundMark x1="46125" y1="39111" x2="45750" y2="35556"/>
                        <a14:backgroundMark x1="46125" y1="37333" x2="45625" y2="36444"/>
                        <a14:backgroundMark x1="45375" y1="37333" x2="44750" y2="38444"/>
                        <a14:backgroundMark x1="45875" y1="37333" x2="45500" y2="37778"/>
                        <a14:backgroundMark x1="46125" y1="36000" x2="47250" y2="32444"/>
                        <a14:backgroundMark x1="46875" y1="34222" x2="47250" y2="32667"/>
                        <a14:backgroundMark x1="47250" y1="32444" x2="46375" y2="33556"/>
                        <a14:backgroundMark x1="46625" y1="32444" x2="47250" y2="27778"/>
                        <a14:backgroundMark x1="46750" y1="30444" x2="46625" y2="28222"/>
                        <a14:backgroundMark x1="47250" y1="28444" x2="47625" y2="29556"/>
                        <a14:backgroundMark x1="47625" y1="29333" x2="46625" y2="31111"/>
                        <a14:backgroundMark x1="47500" y1="29556" x2="46375" y2="31333"/>
                        <a14:backgroundMark x1="47250" y1="27556" x2="46375" y2="29556"/>
                        <a14:backgroundMark x1="59375" y1="31333" x2="61750" y2="28222"/>
                        <a14:backgroundMark x1="60375" y1="30444" x2="61250" y2="25556"/>
                        <a14:backgroundMark x1="61375" y1="25778" x2="61500" y2="28222"/>
                        <a14:backgroundMark x1="61625" y1="24222" x2="60875" y2="25778"/>
                        <a14:backgroundMark x1="60250" y1="27556" x2="60000" y2="30889"/>
                        <a14:backgroundMark x1="58375" y1="33556" x2="57625" y2="27111"/>
                        <a14:backgroundMark x1="58000" y1="31333" x2="57750" y2="32444"/>
                        <a14:backgroundMark x1="58125" y1="32667" x2="57875" y2="35778"/>
                        <a14:backgroundMark x1="57875" y1="32667" x2="57750" y2="34889"/>
                        <a14:backgroundMark x1="59625" y1="30667" x2="58875" y2="31556"/>
                        <a14:backgroundMark x1="58500" y1="31111" x2="58625" y2="33333"/>
                        <a14:backgroundMark x1="58625" y1="31111" x2="57125" y2="27778"/>
                        <a14:backgroundMark x1="57625" y1="29333" x2="56875" y2="28444"/>
                        <a14:backgroundMark x1="57250" y1="29778" x2="56750" y2="28222"/>
                        <a14:backgroundMark x1="56875" y1="29333" x2="56500" y2="28000"/>
                        <a14:backgroundMark x1="59125" y1="5778" x2="60125" y2="7111"/>
                        <a14:backgroundMark x1="58000" y1="9778" x2="58125" y2="8889"/>
                        <a14:backgroundMark x1="58500" y1="8667" x2="58125" y2="9333"/>
                        <a14:backgroundMark x1="57750" y1="9111" x2="58750" y2="6889"/>
                        <a14:backgroundMark x1="58625" y1="6667" x2="58250" y2="8222"/>
                        <a14:backgroundMark x1="58625" y1="6444" x2="58625" y2="6000"/>
                        <a14:backgroundMark x1="58125" y1="5778" x2="58000" y2="6889"/>
                        <a14:backgroundMark x1="58250" y1="5778" x2="58375" y2="5556"/>
                        <a14:backgroundMark x1="58125" y1="9333" x2="57625" y2="9778"/>
                        <a14:backgroundMark x1="58000" y1="10444" x2="57500" y2="8889"/>
                        <a14:backgroundMark x1="57500" y1="10000" x2="57375" y2="9333"/>
                        <a14:backgroundMark x1="57500" y1="10667" x2="57750" y2="10889"/>
                        <a14:backgroundMark x1="57625" y1="10889" x2="57375" y2="9333"/>
                        <a14:backgroundMark x1="57125" y1="10222" x2="57250" y2="8889"/>
                        <a14:backgroundMark x1="55500" y1="8444" x2="56500" y2="7778"/>
                        <a14:backgroundMark x1="55625" y1="8444" x2="56125" y2="8889"/>
                        <a14:backgroundMark x1="55625" y1="8444" x2="55250" y2="8444"/>
                        <a14:backgroundMark x1="57500" y1="6000" x2="57500" y2="2667"/>
                        <a14:backgroundMark x1="58875" y1="8000" x2="57375" y2="1778"/>
                        <a14:backgroundMark x1="57875" y1="5111" x2="57750" y2="6444"/>
                        <a14:backgroundMark x1="58000" y1="6000" x2="57125" y2="2667"/>
                        <a14:backgroundMark x1="58000" y1="5778" x2="59750" y2="10444"/>
                        <a14:backgroundMark x1="59750" y1="9556" x2="60000" y2="12667"/>
                      </a14:backgroundRemoval>
                    </a14:imgEffect>
                    <a14:imgEffect>
                      <a14:artisticGlowEdges/>
                    </a14:imgEffect>
                  </a14:imgLayer>
                </a14:imgProps>
              </a:ext>
              <a:ext uri="{28A0092B-C50C-407E-A947-70E740481C1C}">
                <a14:useLocalDpi xmlns:a14="http://schemas.microsoft.com/office/drawing/2010/main" val="0"/>
              </a:ext>
            </a:extLst>
          </a:blip>
          <a:srcRect l="31914" t="1543" r="37057" b="-1"/>
          <a:stretch/>
        </p:blipFill>
        <p:spPr bwMode="auto">
          <a:xfrm>
            <a:off x="2021112" y="217247"/>
            <a:ext cx="768458" cy="13716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Glow-In-The-Dark Demons: Three Newly Discovered Worms Are The Stuff Of  Nightmares | IFLScience">
            <a:extLst>
              <a:ext uri="{FF2B5EF4-FFF2-40B4-BE49-F238E27FC236}">
                <a16:creationId xmlns:a16="http://schemas.microsoft.com/office/drawing/2014/main" id="{9D894EE1-A453-8D58-54BC-C09513B0B9E1}"/>
              </a:ext>
            </a:extLst>
          </p:cNvPr>
          <p:cNvPicPr>
            <a:picLocks noChangeAspect="1" noChangeArrowheads="1"/>
          </p:cNvPicPr>
          <p:nvPr/>
        </p:nvPicPr>
        <p:blipFill rotWithShape="1">
          <a:blip r:embed="rId2">
            <a:duotone>
              <a:prstClr val="black"/>
              <a:schemeClr val="accent3">
                <a:tint val="45000"/>
                <a:satMod val="400000"/>
              </a:schemeClr>
            </a:duotone>
            <a:extLst>
              <a:ext uri="{BEBA8EAE-BF5A-486C-A8C5-ECC9F3942E4B}">
                <a14:imgProps xmlns:a14="http://schemas.microsoft.com/office/drawing/2010/main">
                  <a14:imgLayer r:embed="rId3">
                    <a14:imgEffect>
                      <a14:backgroundRemoval t="2000" b="96000" l="32000" r="61500">
                        <a14:foregroundMark x1="55500" y1="65111" x2="57750" y2="64444"/>
                        <a14:foregroundMark x1="45625" y1="90222" x2="38375" y2="96000"/>
                        <a14:foregroundMark x1="56471" y1="10806" x2="56915" y2="10661"/>
                        <a14:foregroundMark x1="54889" y1="11321" x2="56135" y2="10915"/>
                        <a14:foregroundMark x1="52125" y1="12222" x2="54444" y2="11466"/>
                        <a14:foregroundMark x1="51682" y1="11111" x2="55437" y2="8660"/>
                        <a14:foregroundMark x1="54681" y1="11694" x2="48802" y2="30976"/>
                        <a14:foregroundMark x1="49875" y1="23556" x2="49032" y2="20734"/>
                        <a14:foregroundMark x1="47182" y1="40667" x2="47125" y2="44444"/>
                        <a14:foregroundMark x1="47266" y1="35060" x2="47188" y2="40223"/>
                        <a14:foregroundMark x1="56170" y1="9967" x2="57101" y2="9679"/>
                        <a14:foregroundMark x1="50824" y1="11620" x2="54606" y2="10450"/>
                        <a14:foregroundMark x1="50071" y1="11853" x2="50404" y2="11750"/>
                        <a14:foregroundMark x1="55948" y1="9672" x2="56861" y2="9544"/>
                        <a14:foregroundMark x1="51117" y1="10351" x2="55108" y2="9790"/>
                        <a14:foregroundMark x1="50477" y1="10441" x2="50714" y2="10408"/>
                        <a14:foregroundMark x1="56826" y1="11992" x2="56800" y2="11942"/>
                        <a14:foregroundMark x1="57355" y1="13004" x2="57044" y2="12408"/>
                        <a14:foregroundMark x1="61125" y1="20222" x2="57368" y2="13030"/>
                        <a14:foregroundMark x1="58500" y1="14667" x2="59625" y2="16667"/>
                        <a14:foregroundMark x1="59625" y1="16889" x2="60711" y2="23071"/>
                        <a14:foregroundMark x1="57343" y1="28889" x2="56782" y2="28889"/>
                        <a14:foregroundMark x1="56676" y1="35475" x2="50727" y2="59581"/>
                        <a14:foregroundMark x1="45321" y1="69468" x2="41000" y2="66222"/>
                        <a14:foregroundMark x1="46483" y1="70341" x2="45663" y2="69725"/>
                        <a14:foregroundMark x1="49875" y1="72889" x2="47772" y2="71309"/>
                        <a14:foregroundMark x1="52500" y1="74000" x2="51250" y2="65111"/>
                        <a14:foregroundMark x1="49875" y1="66000" x2="49697" y2="65894"/>
                        <a14:foregroundMark x1="46447" y1="36574" x2="47000" y2="35111"/>
                        <a14:foregroundMark x1="43384" y1="44667" x2="43552" y2="44222"/>
                        <a14:foregroundMark x1="43007" y1="45663" x2="43384" y2="44667"/>
                        <a14:foregroundMark x1="40435" y1="51530" x2="40402" y2="50849"/>
                        <a14:foregroundMark x1="37375" y1="67333" x2="37420" y2="66723"/>
                        <a14:foregroundMark x1="36738" y1="56425" x2="36640" y2="55581"/>
                        <a14:foregroundMark x1="36952" y1="58274" x2="36753" y2="56553"/>
                        <a14:foregroundMark x1="36544" y1="57395" x2="36516" y2="55942"/>
                        <a14:foregroundMark x1="36570" y1="58734" x2="36548" y2="57579"/>
                        <a14:backgroundMark x1="38375" y1="34444" x2="41250" y2="35556"/>
                        <a14:backgroundMark x1="40625" y1="36889" x2="39000" y2="42667"/>
                        <a14:backgroundMark x1="40375" y1="40667" x2="41750" y2="40444"/>
                        <a14:backgroundMark x1="41000" y1="43111" x2="41625" y2="43333"/>
                        <a14:backgroundMark x1="41750" y1="43111" x2="42875" y2="36444"/>
                        <a14:backgroundMark x1="42500" y1="39778" x2="43250" y2="34889"/>
                        <a14:backgroundMark x1="42500" y1="39556" x2="42375" y2="32889"/>
                        <a14:backgroundMark x1="42875" y1="33778" x2="43250" y2="34444"/>
                        <a14:backgroundMark x1="43250" y1="33556" x2="42000" y2="39556"/>
                        <a14:backgroundMark x1="43875" y1="32222" x2="42250" y2="38889"/>
                        <a14:backgroundMark x1="43000" y1="38000" x2="42375" y2="42000"/>
                        <a14:backgroundMark x1="40750" y1="43778" x2="39875" y2="46000"/>
                        <a14:backgroundMark x1="39750" y1="48667" x2="41875" y2="47111"/>
                        <a14:backgroundMark x1="42125" y1="46889" x2="42125" y2="46889"/>
                        <a14:backgroundMark x1="42250" y1="47333" x2="42250" y2="47333"/>
                        <a14:backgroundMark x1="42000" y1="47778" x2="42000" y2="47778"/>
                        <a14:backgroundMark x1="41875" y1="47778" x2="41875" y2="47778"/>
                        <a14:backgroundMark x1="41875" y1="47778" x2="41875" y2="47778"/>
                        <a14:backgroundMark x1="41750" y1="48000" x2="41750" y2="48000"/>
                        <a14:backgroundMark x1="41500" y1="48222" x2="41500" y2="48222"/>
                        <a14:backgroundMark x1="41750" y1="48444" x2="41750" y2="48444"/>
                        <a14:backgroundMark x1="41875" y1="47556" x2="41875" y2="47556"/>
                        <a14:backgroundMark x1="41750" y1="47778" x2="41250" y2="48000"/>
                        <a14:backgroundMark x1="41625" y1="47556" x2="42000" y2="47556"/>
                        <a14:backgroundMark x1="42250" y1="47333" x2="42250" y2="47333"/>
                        <a14:backgroundMark x1="42500" y1="46889" x2="42500" y2="46889"/>
                        <a14:backgroundMark x1="42750" y1="46889" x2="42750" y2="46889"/>
                        <a14:backgroundMark x1="40750" y1="48444" x2="40750" y2="48444"/>
                        <a14:backgroundMark x1="40000" y1="48667" x2="38875" y2="48889"/>
                        <a14:backgroundMark x1="40625" y1="47333" x2="39250" y2="47333"/>
                        <a14:backgroundMark x1="40375" y1="46444" x2="39750" y2="46444"/>
                        <a14:backgroundMark x1="41625" y1="42667" x2="41625" y2="42667"/>
                        <a14:backgroundMark x1="41750" y1="42667" x2="41750" y2="42667"/>
                        <a14:backgroundMark x1="42250" y1="42667" x2="42250" y2="42667"/>
                        <a14:backgroundMark x1="42125" y1="42889" x2="41125" y2="42889"/>
                        <a14:backgroundMark x1="42500" y1="43778" x2="42500" y2="43778"/>
                        <a14:backgroundMark x1="42500" y1="43778" x2="42375" y2="42667"/>
                        <a14:backgroundMark x1="43250" y1="44444" x2="43375" y2="43778"/>
                        <a14:backgroundMark x1="43875" y1="43333" x2="44250" y2="42222"/>
                        <a14:backgroundMark x1="44375" y1="44667" x2="44375" y2="44667"/>
                        <a14:backgroundMark x1="44250" y1="44222" x2="44250" y2="44222"/>
                        <a14:backgroundMark x1="44000" y1="44222" x2="44000" y2="44222"/>
                        <a14:backgroundMark x1="43750" y1="44000" x2="43750" y2="44000"/>
                        <a14:backgroundMark x1="43375" y1="44222" x2="43375" y2="44222"/>
                        <a14:backgroundMark x1="43375" y1="44667" x2="43375" y2="44667"/>
                        <a14:backgroundMark x1="45375" y1="39778" x2="45375" y2="39778"/>
                        <a14:backgroundMark x1="45000" y1="40667" x2="45000" y2="40667"/>
                        <a14:backgroundMark x1="45000" y1="40667" x2="45000" y2="40667"/>
                        <a14:backgroundMark x1="45000" y1="39111" x2="45000" y2="39111"/>
                        <a14:backgroundMark x1="45000" y1="38444" x2="45000" y2="38444"/>
                        <a14:backgroundMark x1="45000" y1="38444" x2="45000" y2="38444"/>
                        <a14:backgroundMark x1="44625" y1="40222" x2="44500" y2="41333"/>
                        <a14:backgroundMark x1="44625" y1="38889" x2="45000" y2="40444"/>
                        <a14:backgroundMark x1="59250" y1="77778" x2="60375" y2="81778"/>
                        <a14:backgroundMark x1="60875" y1="75778" x2="60875" y2="80000"/>
                        <a14:backgroundMark x1="61375" y1="82222" x2="61500" y2="77778"/>
                        <a14:backgroundMark x1="60875" y1="80667" x2="62000" y2="81556"/>
                        <a14:backgroundMark x1="49750" y1="86222" x2="51000" y2="82889"/>
                        <a14:backgroundMark x1="51125" y1="82667" x2="51125" y2="81556"/>
                        <a14:backgroundMark x1="51625" y1="82000" x2="52625" y2="81333"/>
                        <a14:backgroundMark x1="50875" y1="82000" x2="52250" y2="82222"/>
                        <a14:backgroundMark x1="51375" y1="81556" x2="52500" y2="81556"/>
                        <a14:backgroundMark x1="51375" y1="81333" x2="52250" y2="81556"/>
                        <a14:backgroundMark x1="51375" y1="81333" x2="52250" y2="81556"/>
                        <a14:backgroundMark x1="51375" y1="81333" x2="51125" y2="81333"/>
                        <a14:backgroundMark x1="52125" y1="80667" x2="52125" y2="79556"/>
                        <a14:backgroundMark x1="52000" y1="78889" x2="54500" y2="74000"/>
                        <a14:backgroundMark x1="54375" y1="77556" x2="54750" y2="74000"/>
                        <a14:backgroundMark x1="54875" y1="74444" x2="59000" y2="78000"/>
                        <a14:backgroundMark x1="54500" y1="76444" x2="55250" y2="73333"/>
                        <a14:backgroundMark x1="55250" y1="73333" x2="54625" y2="74889"/>
                        <a14:backgroundMark x1="54750" y1="74889" x2="54625" y2="77111"/>
                        <a14:backgroundMark x1="60500" y1="74222" x2="60875" y2="77778"/>
                        <a14:backgroundMark x1="47375" y1="69333" x2="49375" y2="67111"/>
                        <a14:backgroundMark x1="49875" y1="66444" x2="50250" y2="66222"/>
                        <a14:backgroundMark x1="50125" y1="65333" x2="49875" y2="64000"/>
                        <a14:backgroundMark x1="49875" y1="63333" x2="50125" y2="62444"/>
                        <a14:backgroundMark x1="49750" y1="66667" x2="49750" y2="66000"/>
                        <a14:backgroundMark x1="46125" y1="70889" x2="47000" y2="72222"/>
                        <a14:backgroundMark x1="46000" y1="70667" x2="45750" y2="70667"/>
                        <a14:backgroundMark x1="33750" y1="92444" x2="34500" y2="94222"/>
                        <a14:backgroundMark x1="33875" y1="92889" x2="33500" y2="90444"/>
                        <a14:backgroundMark x1="34375" y1="92667" x2="33875" y2="91111"/>
                        <a14:backgroundMark x1="33875" y1="91333" x2="34750" y2="93111"/>
                        <a14:backgroundMark x1="33875" y1="91333" x2="32875" y2="87556"/>
                        <a14:backgroundMark x1="33250" y1="89111" x2="33000" y2="84889"/>
                        <a14:backgroundMark x1="32875" y1="86000" x2="32375" y2="83778"/>
                        <a14:backgroundMark x1="32250" y1="82222" x2="32500" y2="80889"/>
                        <a14:backgroundMark x1="36125" y1="55778" x2="37500" y2="51778"/>
                        <a14:backgroundMark x1="35750" y1="54222" x2="36875" y2="51111"/>
                        <a14:backgroundMark x1="35625" y1="54444" x2="37250" y2="52222"/>
                        <a14:backgroundMark x1="36500" y1="54444" x2="36500" y2="51556"/>
                        <a14:backgroundMark x1="36125" y1="68000" x2="36500" y2="61333"/>
                        <a14:backgroundMark x1="36250" y1="68222" x2="36750" y2="60222"/>
                        <a14:backgroundMark x1="36625" y1="60222" x2="36500" y2="66667"/>
                        <a14:backgroundMark x1="36750" y1="67778" x2="36625" y2="68667"/>
                        <a14:backgroundMark x1="36750" y1="67556" x2="36500" y2="69111"/>
                        <a14:backgroundMark x1="36625" y1="58667" x2="37625" y2="60889"/>
                        <a14:backgroundMark x1="36375" y1="58444" x2="37000" y2="55111"/>
                        <a14:backgroundMark x1="36875" y1="58667" x2="36750" y2="56000"/>
                        <a14:backgroundMark x1="36500" y1="59333" x2="36500" y2="55111"/>
                        <a14:backgroundMark x1="38000" y1="56889" x2="39625" y2="50889"/>
                        <a14:backgroundMark x1="38250" y1="56000" x2="39375" y2="50000"/>
                        <a14:backgroundMark x1="38000" y1="54667" x2="39000" y2="50222"/>
                        <a14:backgroundMark x1="38750" y1="51333" x2="37750" y2="55778"/>
                        <a14:backgroundMark x1="38125" y1="55556" x2="40125" y2="48667"/>
                        <a14:backgroundMark x1="39375" y1="49333" x2="38500" y2="50000"/>
                        <a14:backgroundMark x1="42875" y1="46222" x2="42750" y2="46889"/>
                        <a14:backgroundMark x1="41625" y1="45111" x2="42250" y2="42667"/>
                        <a14:backgroundMark x1="41500" y1="44667" x2="40750" y2="46444"/>
                        <a14:backgroundMark x1="41625" y1="44000" x2="40750" y2="44667"/>
                        <a14:backgroundMark x1="42250" y1="44000" x2="41000" y2="44667"/>
                        <a14:backgroundMark x1="43750" y1="9556" x2="47375" y2="15778"/>
                        <a14:backgroundMark x1="47500" y1="10222" x2="50375" y2="10000"/>
                        <a14:backgroundMark x1="50125" y1="11111" x2="50125" y2="12000"/>
                        <a14:backgroundMark x1="49875" y1="12889" x2="50000" y2="11556"/>
                        <a14:backgroundMark x1="49875" y1="12222" x2="49375" y2="11556"/>
                        <a14:backgroundMark x1="50500" y1="11333" x2="51250" y2="9778"/>
                        <a14:backgroundMark x1="50000" y1="11333" x2="50625" y2="9778"/>
                        <a14:backgroundMark x1="45500" y1="18000" x2="48000" y2="22222"/>
                        <a14:backgroundMark x1="47250" y1="23556" x2="46750" y2="27778"/>
                        <a14:backgroundMark x1="47625" y1="22889" x2="47250" y2="24222"/>
                        <a14:backgroundMark x1="46125" y1="39111" x2="45750" y2="35556"/>
                        <a14:backgroundMark x1="46125" y1="37333" x2="45625" y2="36444"/>
                        <a14:backgroundMark x1="45375" y1="37333" x2="44750" y2="38444"/>
                        <a14:backgroundMark x1="45875" y1="37333" x2="45500" y2="37778"/>
                        <a14:backgroundMark x1="46125" y1="36000" x2="47250" y2="32444"/>
                        <a14:backgroundMark x1="46875" y1="34222" x2="47250" y2="32667"/>
                        <a14:backgroundMark x1="47250" y1="32444" x2="46375" y2="33556"/>
                        <a14:backgroundMark x1="46625" y1="32444" x2="47250" y2="27778"/>
                        <a14:backgroundMark x1="46750" y1="30444" x2="46625" y2="28222"/>
                        <a14:backgroundMark x1="47250" y1="28444" x2="47625" y2="29556"/>
                        <a14:backgroundMark x1="47625" y1="29333" x2="46625" y2="31111"/>
                        <a14:backgroundMark x1="47500" y1="29556" x2="46375" y2="31333"/>
                        <a14:backgroundMark x1="47250" y1="27556" x2="46375" y2="29556"/>
                        <a14:backgroundMark x1="59375" y1="31333" x2="61750" y2="28222"/>
                        <a14:backgroundMark x1="60375" y1="30444" x2="61250" y2="25556"/>
                        <a14:backgroundMark x1="61375" y1="25778" x2="61500" y2="28222"/>
                        <a14:backgroundMark x1="61625" y1="24222" x2="60875" y2="25778"/>
                        <a14:backgroundMark x1="60250" y1="27556" x2="60000" y2="30889"/>
                        <a14:backgroundMark x1="58375" y1="33556" x2="57625" y2="27111"/>
                        <a14:backgroundMark x1="58000" y1="31333" x2="57750" y2="32444"/>
                        <a14:backgroundMark x1="58125" y1="32667" x2="57875" y2="35778"/>
                        <a14:backgroundMark x1="57875" y1="32667" x2="57750" y2="34889"/>
                        <a14:backgroundMark x1="59625" y1="30667" x2="58875" y2="31556"/>
                        <a14:backgroundMark x1="58500" y1="31111" x2="58625" y2="33333"/>
                        <a14:backgroundMark x1="58625" y1="31111" x2="57125" y2="27778"/>
                        <a14:backgroundMark x1="57625" y1="29333" x2="56875" y2="28444"/>
                        <a14:backgroundMark x1="57250" y1="29778" x2="56750" y2="28222"/>
                        <a14:backgroundMark x1="56875" y1="29333" x2="56500" y2="28000"/>
                        <a14:backgroundMark x1="59125" y1="5778" x2="60125" y2="7111"/>
                        <a14:backgroundMark x1="58000" y1="9778" x2="58125" y2="8889"/>
                        <a14:backgroundMark x1="58500" y1="8667" x2="58125" y2="9333"/>
                        <a14:backgroundMark x1="57750" y1="9111" x2="58750" y2="6889"/>
                        <a14:backgroundMark x1="58625" y1="6667" x2="58250" y2="8222"/>
                        <a14:backgroundMark x1="58625" y1="6444" x2="58625" y2="6000"/>
                        <a14:backgroundMark x1="58125" y1="5778" x2="58000" y2="6889"/>
                        <a14:backgroundMark x1="58250" y1="5778" x2="58375" y2="5556"/>
                        <a14:backgroundMark x1="58125" y1="9333" x2="57625" y2="9778"/>
                        <a14:backgroundMark x1="58000" y1="10444" x2="57500" y2="8889"/>
                        <a14:backgroundMark x1="57500" y1="10000" x2="57375" y2="9333"/>
                        <a14:backgroundMark x1="57500" y1="10667" x2="57750" y2="10889"/>
                        <a14:backgroundMark x1="57625" y1="10889" x2="57375" y2="9333"/>
                        <a14:backgroundMark x1="57125" y1="10222" x2="57250" y2="8889"/>
                        <a14:backgroundMark x1="55500" y1="8444" x2="56500" y2="7778"/>
                        <a14:backgroundMark x1="55625" y1="8444" x2="56125" y2="8889"/>
                        <a14:backgroundMark x1="55625" y1="8444" x2="55250" y2="8444"/>
                        <a14:backgroundMark x1="57500" y1="6000" x2="57500" y2="2667"/>
                        <a14:backgroundMark x1="58875" y1="8000" x2="57375" y2="1778"/>
                        <a14:backgroundMark x1="57875" y1="5111" x2="57750" y2="6444"/>
                        <a14:backgroundMark x1="58000" y1="6000" x2="57125" y2="2667"/>
                        <a14:backgroundMark x1="58000" y1="5778" x2="59750" y2="10444"/>
                        <a14:backgroundMark x1="59750" y1="9556" x2="60000" y2="12667"/>
                      </a14:backgroundRemoval>
                    </a14:imgEffect>
                    <a14:imgEffect>
                      <a14:artisticGlowEdges/>
                    </a14:imgEffect>
                  </a14:imgLayer>
                </a14:imgProps>
              </a:ext>
              <a:ext uri="{28A0092B-C50C-407E-A947-70E740481C1C}">
                <a14:useLocalDpi xmlns:a14="http://schemas.microsoft.com/office/drawing/2010/main" val="0"/>
              </a:ext>
            </a:extLst>
          </a:blip>
          <a:srcRect l="31914" t="1543" r="37057" b="-1"/>
          <a:stretch/>
        </p:blipFill>
        <p:spPr bwMode="auto">
          <a:xfrm>
            <a:off x="1748316" y="1717124"/>
            <a:ext cx="768458" cy="13716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Glow-In-The-Dark Demons: Three Newly Discovered Worms Are The Stuff Of  Nightmares | IFLScience">
            <a:extLst>
              <a:ext uri="{FF2B5EF4-FFF2-40B4-BE49-F238E27FC236}">
                <a16:creationId xmlns:a16="http://schemas.microsoft.com/office/drawing/2014/main" id="{B1596CDB-4719-3958-37E4-D419CF6FACA8}"/>
              </a:ext>
            </a:extLst>
          </p:cNvPr>
          <p:cNvPicPr>
            <a:picLocks noChangeAspect="1" noChangeArrowheads="1"/>
          </p:cNvPicPr>
          <p:nvPr/>
        </p:nvPicPr>
        <p:blipFill rotWithShape="1">
          <a:blip r:embed="rId2">
            <a:duotone>
              <a:prstClr val="black"/>
              <a:schemeClr val="accent5">
                <a:tint val="45000"/>
                <a:satMod val="400000"/>
              </a:schemeClr>
            </a:duotone>
            <a:extLst>
              <a:ext uri="{BEBA8EAE-BF5A-486C-A8C5-ECC9F3942E4B}">
                <a14:imgProps xmlns:a14="http://schemas.microsoft.com/office/drawing/2010/main">
                  <a14:imgLayer r:embed="rId3">
                    <a14:imgEffect>
                      <a14:backgroundRemoval t="2000" b="96000" l="32000" r="61500">
                        <a14:foregroundMark x1="55500" y1="65111" x2="57750" y2="64444"/>
                        <a14:foregroundMark x1="45625" y1="90222" x2="38375" y2="96000"/>
                        <a14:foregroundMark x1="56471" y1="10806" x2="56915" y2="10661"/>
                        <a14:foregroundMark x1="54889" y1="11321" x2="56135" y2="10915"/>
                        <a14:foregroundMark x1="52125" y1="12222" x2="54444" y2="11466"/>
                        <a14:foregroundMark x1="51682" y1="11111" x2="55437" y2="8660"/>
                        <a14:foregroundMark x1="54681" y1="11694" x2="48802" y2="30976"/>
                        <a14:foregroundMark x1="49875" y1="23556" x2="49032" y2="20734"/>
                        <a14:foregroundMark x1="47182" y1="40667" x2="47125" y2="44444"/>
                        <a14:foregroundMark x1="47266" y1="35060" x2="47188" y2="40223"/>
                        <a14:foregroundMark x1="56170" y1="9967" x2="57101" y2="9679"/>
                        <a14:foregroundMark x1="50824" y1="11620" x2="54606" y2="10450"/>
                        <a14:foregroundMark x1="50071" y1="11853" x2="50404" y2="11750"/>
                        <a14:foregroundMark x1="55948" y1="9672" x2="56861" y2="9544"/>
                        <a14:foregroundMark x1="51117" y1="10351" x2="55108" y2="9790"/>
                        <a14:foregroundMark x1="50477" y1="10441" x2="50714" y2="10408"/>
                        <a14:foregroundMark x1="56826" y1="11992" x2="56800" y2="11942"/>
                        <a14:foregroundMark x1="57355" y1="13004" x2="57044" y2="12408"/>
                        <a14:foregroundMark x1="61125" y1="20222" x2="57368" y2="13030"/>
                        <a14:foregroundMark x1="58500" y1="14667" x2="59625" y2="16667"/>
                        <a14:foregroundMark x1="59625" y1="16889" x2="60711" y2="23071"/>
                        <a14:foregroundMark x1="57343" y1="28889" x2="56782" y2="28889"/>
                        <a14:foregroundMark x1="56676" y1="35475" x2="50727" y2="59581"/>
                        <a14:foregroundMark x1="45321" y1="69468" x2="41000" y2="66222"/>
                        <a14:foregroundMark x1="46483" y1="70341" x2="45663" y2="69725"/>
                        <a14:foregroundMark x1="49875" y1="72889" x2="47772" y2="71309"/>
                        <a14:foregroundMark x1="52500" y1="74000" x2="51250" y2="65111"/>
                        <a14:foregroundMark x1="49875" y1="66000" x2="49697" y2="65894"/>
                        <a14:foregroundMark x1="46447" y1="36574" x2="47000" y2="35111"/>
                        <a14:foregroundMark x1="43384" y1="44667" x2="43552" y2="44222"/>
                        <a14:foregroundMark x1="43007" y1="45663" x2="43384" y2="44667"/>
                        <a14:foregroundMark x1="40435" y1="51530" x2="40402" y2="50849"/>
                        <a14:foregroundMark x1="37375" y1="67333" x2="37420" y2="66723"/>
                        <a14:foregroundMark x1="36738" y1="56425" x2="36640" y2="55581"/>
                        <a14:foregroundMark x1="36952" y1="58274" x2="36753" y2="56553"/>
                        <a14:foregroundMark x1="36544" y1="57395" x2="36516" y2="55942"/>
                        <a14:foregroundMark x1="36570" y1="58734" x2="36548" y2="57579"/>
                        <a14:backgroundMark x1="38375" y1="34444" x2="41250" y2="35556"/>
                        <a14:backgroundMark x1="40625" y1="36889" x2="39000" y2="42667"/>
                        <a14:backgroundMark x1="40375" y1="40667" x2="41750" y2="40444"/>
                        <a14:backgroundMark x1="41000" y1="43111" x2="41625" y2="43333"/>
                        <a14:backgroundMark x1="41750" y1="43111" x2="42875" y2="36444"/>
                        <a14:backgroundMark x1="42500" y1="39778" x2="43250" y2="34889"/>
                        <a14:backgroundMark x1="42500" y1="39556" x2="42375" y2="32889"/>
                        <a14:backgroundMark x1="42875" y1="33778" x2="43250" y2="34444"/>
                        <a14:backgroundMark x1="43250" y1="33556" x2="42000" y2="39556"/>
                        <a14:backgroundMark x1="43875" y1="32222" x2="42250" y2="38889"/>
                        <a14:backgroundMark x1="43000" y1="38000" x2="42375" y2="42000"/>
                        <a14:backgroundMark x1="40750" y1="43778" x2="39875" y2="46000"/>
                        <a14:backgroundMark x1="39750" y1="48667" x2="41875" y2="47111"/>
                        <a14:backgroundMark x1="42125" y1="46889" x2="42125" y2="46889"/>
                        <a14:backgroundMark x1="42250" y1="47333" x2="42250" y2="47333"/>
                        <a14:backgroundMark x1="42000" y1="47778" x2="42000" y2="47778"/>
                        <a14:backgroundMark x1="41875" y1="47778" x2="41875" y2="47778"/>
                        <a14:backgroundMark x1="41875" y1="47778" x2="41875" y2="47778"/>
                        <a14:backgroundMark x1="41750" y1="48000" x2="41750" y2="48000"/>
                        <a14:backgroundMark x1="41500" y1="48222" x2="41500" y2="48222"/>
                        <a14:backgroundMark x1="41750" y1="48444" x2="41750" y2="48444"/>
                        <a14:backgroundMark x1="41875" y1="47556" x2="41875" y2="47556"/>
                        <a14:backgroundMark x1="41750" y1="47778" x2="41250" y2="48000"/>
                        <a14:backgroundMark x1="41625" y1="47556" x2="42000" y2="47556"/>
                        <a14:backgroundMark x1="42250" y1="47333" x2="42250" y2="47333"/>
                        <a14:backgroundMark x1="42500" y1="46889" x2="42500" y2="46889"/>
                        <a14:backgroundMark x1="42750" y1="46889" x2="42750" y2="46889"/>
                        <a14:backgroundMark x1="40750" y1="48444" x2="40750" y2="48444"/>
                        <a14:backgroundMark x1="40000" y1="48667" x2="38875" y2="48889"/>
                        <a14:backgroundMark x1="40625" y1="47333" x2="39250" y2="47333"/>
                        <a14:backgroundMark x1="40375" y1="46444" x2="39750" y2="46444"/>
                        <a14:backgroundMark x1="41625" y1="42667" x2="41625" y2="42667"/>
                        <a14:backgroundMark x1="41750" y1="42667" x2="41750" y2="42667"/>
                        <a14:backgroundMark x1="42250" y1="42667" x2="42250" y2="42667"/>
                        <a14:backgroundMark x1="42125" y1="42889" x2="41125" y2="42889"/>
                        <a14:backgroundMark x1="42500" y1="43778" x2="42500" y2="43778"/>
                        <a14:backgroundMark x1="42500" y1="43778" x2="42375" y2="42667"/>
                        <a14:backgroundMark x1="43250" y1="44444" x2="43375" y2="43778"/>
                        <a14:backgroundMark x1="43875" y1="43333" x2="44250" y2="42222"/>
                        <a14:backgroundMark x1="44375" y1="44667" x2="44375" y2="44667"/>
                        <a14:backgroundMark x1="44250" y1="44222" x2="44250" y2="44222"/>
                        <a14:backgroundMark x1="44000" y1="44222" x2="44000" y2="44222"/>
                        <a14:backgroundMark x1="43750" y1="44000" x2="43750" y2="44000"/>
                        <a14:backgroundMark x1="43375" y1="44222" x2="43375" y2="44222"/>
                        <a14:backgroundMark x1="43375" y1="44667" x2="43375" y2="44667"/>
                        <a14:backgroundMark x1="45375" y1="39778" x2="45375" y2="39778"/>
                        <a14:backgroundMark x1="45000" y1="40667" x2="45000" y2="40667"/>
                        <a14:backgroundMark x1="45000" y1="40667" x2="45000" y2="40667"/>
                        <a14:backgroundMark x1="45000" y1="39111" x2="45000" y2="39111"/>
                        <a14:backgroundMark x1="45000" y1="38444" x2="45000" y2="38444"/>
                        <a14:backgroundMark x1="45000" y1="38444" x2="45000" y2="38444"/>
                        <a14:backgroundMark x1="44625" y1="40222" x2="44500" y2="41333"/>
                        <a14:backgroundMark x1="44625" y1="38889" x2="45000" y2="40444"/>
                        <a14:backgroundMark x1="59250" y1="77778" x2="60375" y2="81778"/>
                        <a14:backgroundMark x1="60875" y1="75778" x2="60875" y2="80000"/>
                        <a14:backgroundMark x1="61375" y1="82222" x2="61500" y2="77778"/>
                        <a14:backgroundMark x1="60875" y1="80667" x2="62000" y2="81556"/>
                        <a14:backgroundMark x1="49750" y1="86222" x2="51000" y2="82889"/>
                        <a14:backgroundMark x1="51125" y1="82667" x2="51125" y2="81556"/>
                        <a14:backgroundMark x1="51625" y1="82000" x2="52625" y2="81333"/>
                        <a14:backgroundMark x1="50875" y1="82000" x2="52250" y2="82222"/>
                        <a14:backgroundMark x1="51375" y1="81556" x2="52500" y2="81556"/>
                        <a14:backgroundMark x1="51375" y1="81333" x2="52250" y2="81556"/>
                        <a14:backgroundMark x1="51375" y1="81333" x2="52250" y2="81556"/>
                        <a14:backgroundMark x1="51375" y1="81333" x2="51125" y2="81333"/>
                        <a14:backgroundMark x1="52125" y1="80667" x2="52125" y2="79556"/>
                        <a14:backgroundMark x1="52000" y1="78889" x2="54500" y2="74000"/>
                        <a14:backgroundMark x1="54375" y1="77556" x2="54750" y2="74000"/>
                        <a14:backgroundMark x1="54875" y1="74444" x2="59000" y2="78000"/>
                        <a14:backgroundMark x1="54500" y1="76444" x2="55250" y2="73333"/>
                        <a14:backgroundMark x1="55250" y1="73333" x2="54625" y2="74889"/>
                        <a14:backgroundMark x1="54750" y1="74889" x2="54625" y2="77111"/>
                        <a14:backgroundMark x1="60500" y1="74222" x2="60875" y2="77778"/>
                        <a14:backgroundMark x1="47375" y1="69333" x2="49375" y2="67111"/>
                        <a14:backgroundMark x1="49875" y1="66444" x2="50250" y2="66222"/>
                        <a14:backgroundMark x1="50125" y1="65333" x2="49875" y2="64000"/>
                        <a14:backgroundMark x1="49875" y1="63333" x2="50125" y2="62444"/>
                        <a14:backgroundMark x1="49750" y1="66667" x2="49750" y2="66000"/>
                        <a14:backgroundMark x1="46125" y1="70889" x2="47000" y2="72222"/>
                        <a14:backgroundMark x1="46000" y1="70667" x2="45750" y2="70667"/>
                        <a14:backgroundMark x1="33750" y1="92444" x2="34500" y2="94222"/>
                        <a14:backgroundMark x1="33875" y1="92889" x2="33500" y2="90444"/>
                        <a14:backgroundMark x1="34375" y1="92667" x2="33875" y2="91111"/>
                        <a14:backgroundMark x1="33875" y1="91333" x2="34750" y2="93111"/>
                        <a14:backgroundMark x1="33875" y1="91333" x2="32875" y2="87556"/>
                        <a14:backgroundMark x1="33250" y1="89111" x2="33000" y2="84889"/>
                        <a14:backgroundMark x1="32875" y1="86000" x2="32375" y2="83778"/>
                        <a14:backgroundMark x1="32250" y1="82222" x2="32500" y2="80889"/>
                        <a14:backgroundMark x1="36125" y1="55778" x2="37500" y2="51778"/>
                        <a14:backgroundMark x1="35750" y1="54222" x2="36875" y2="51111"/>
                        <a14:backgroundMark x1="35625" y1="54444" x2="37250" y2="52222"/>
                        <a14:backgroundMark x1="36500" y1="54444" x2="36500" y2="51556"/>
                        <a14:backgroundMark x1="36125" y1="68000" x2="36500" y2="61333"/>
                        <a14:backgroundMark x1="36250" y1="68222" x2="36750" y2="60222"/>
                        <a14:backgroundMark x1="36625" y1="60222" x2="36500" y2="66667"/>
                        <a14:backgroundMark x1="36750" y1="67778" x2="36625" y2="68667"/>
                        <a14:backgroundMark x1="36750" y1="67556" x2="36500" y2="69111"/>
                        <a14:backgroundMark x1="36625" y1="58667" x2="37625" y2="60889"/>
                        <a14:backgroundMark x1="36375" y1="58444" x2="37000" y2="55111"/>
                        <a14:backgroundMark x1="36875" y1="58667" x2="36750" y2="56000"/>
                        <a14:backgroundMark x1="36500" y1="59333" x2="36500" y2="55111"/>
                        <a14:backgroundMark x1="38000" y1="56889" x2="39625" y2="50889"/>
                        <a14:backgroundMark x1="38250" y1="56000" x2="39375" y2="50000"/>
                        <a14:backgroundMark x1="38000" y1="54667" x2="39000" y2="50222"/>
                        <a14:backgroundMark x1="38750" y1="51333" x2="37750" y2="55778"/>
                        <a14:backgroundMark x1="38125" y1="55556" x2="40125" y2="48667"/>
                        <a14:backgroundMark x1="39375" y1="49333" x2="38500" y2="50000"/>
                        <a14:backgroundMark x1="42875" y1="46222" x2="42750" y2="46889"/>
                        <a14:backgroundMark x1="41625" y1="45111" x2="42250" y2="42667"/>
                        <a14:backgroundMark x1="41500" y1="44667" x2="40750" y2="46444"/>
                        <a14:backgroundMark x1="41625" y1="44000" x2="40750" y2="44667"/>
                        <a14:backgroundMark x1="42250" y1="44000" x2="41000" y2="44667"/>
                        <a14:backgroundMark x1="43750" y1="9556" x2="47375" y2="15778"/>
                        <a14:backgroundMark x1="47500" y1="10222" x2="50375" y2="10000"/>
                        <a14:backgroundMark x1="50125" y1="11111" x2="50125" y2="12000"/>
                        <a14:backgroundMark x1="49875" y1="12889" x2="50000" y2="11556"/>
                        <a14:backgroundMark x1="49875" y1="12222" x2="49375" y2="11556"/>
                        <a14:backgroundMark x1="50500" y1="11333" x2="51250" y2="9778"/>
                        <a14:backgroundMark x1="50000" y1="11333" x2="50625" y2="9778"/>
                        <a14:backgroundMark x1="45500" y1="18000" x2="48000" y2="22222"/>
                        <a14:backgroundMark x1="47250" y1="23556" x2="46750" y2="27778"/>
                        <a14:backgroundMark x1="47625" y1="22889" x2="47250" y2="24222"/>
                        <a14:backgroundMark x1="46125" y1="39111" x2="45750" y2="35556"/>
                        <a14:backgroundMark x1="46125" y1="37333" x2="45625" y2="36444"/>
                        <a14:backgroundMark x1="45375" y1="37333" x2="44750" y2="38444"/>
                        <a14:backgroundMark x1="45875" y1="37333" x2="45500" y2="37778"/>
                        <a14:backgroundMark x1="46125" y1="36000" x2="47250" y2="32444"/>
                        <a14:backgroundMark x1="46875" y1="34222" x2="47250" y2="32667"/>
                        <a14:backgroundMark x1="47250" y1="32444" x2="46375" y2="33556"/>
                        <a14:backgroundMark x1="46625" y1="32444" x2="47250" y2="27778"/>
                        <a14:backgroundMark x1="46750" y1="30444" x2="46625" y2="28222"/>
                        <a14:backgroundMark x1="47250" y1="28444" x2="47625" y2="29556"/>
                        <a14:backgroundMark x1="47625" y1="29333" x2="46625" y2="31111"/>
                        <a14:backgroundMark x1="47500" y1="29556" x2="46375" y2="31333"/>
                        <a14:backgroundMark x1="47250" y1="27556" x2="46375" y2="29556"/>
                        <a14:backgroundMark x1="59375" y1="31333" x2="61750" y2="28222"/>
                        <a14:backgroundMark x1="60375" y1="30444" x2="61250" y2="25556"/>
                        <a14:backgroundMark x1="61375" y1="25778" x2="61500" y2="28222"/>
                        <a14:backgroundMark x1="61625" y1="24222" x2="60875" y2="25778"/>
                        <a14:backgroundMark x1="60250" y1="27556" x2="60000" y2="30889"/>
                        <a14:backgroundMark x1="58375" y1="33556" x2="57625" y2="27111"/>
                        <a14:backgroundMark x1="58000" y1="31333" x2="57750" y2="32444"/>
                        <a14:backgroundMark x1="58125" y1="32667" x2="57875" y2="35778"/>
                        <a14:backgroundMark x1="57875" y1="32667" x2="57750" y2="34889"/>
                        <a14:backgroundMark x1="59625" y1="30667" x2="58875" y2="31556"/>
                        <a14:backgroundMark x1="58500" y1="31111" x2="58625" y2="33333"/>
                        <a14:backgroundMark x1="58625" y1="31111" x2="57125" y2="27778"/>
                        <a14:backgroundMark x1="57625" y1="29333" x2="56875" y2="28444"/>
                        <a14:backgroundMark x1="57250" y1="29778" x2="56750" y2="28222"/>
                        <a14:backgroundMark x1="56875" y1="29333" x2="56500" y2="28000"/>
                        <a14:backgroundMark x1="59125" y1="5778" x2="60125" y2="7111"/>
                        <a14:backgroundMark x1="58000" y1="9778" x2="58125" y2="8889"/>
                        <a14:backgroundMark x1="58500" y1="8667" x2="58125" y2="9333"/>
                        <a14:backgroundMark x1="57750" y1="9111" x2="58750" y2="6889"/>
                        <a14:backgroundMark x1="58625" y1="6667" x2="58250" y2="8222"/>
                        <a14:backgroundMark x1="58625" y1="6444" x2="58625" y2="6000"/>
                        <a14:backgroundMark x1="58125" y1="5778" x2="58000" y2="6889"/>
                        <a14:backgroundMark x1="58250" y1="5778" x2="58375" y2="5556"/>
                        <a14:backgroundMark x1="58125" y1="9333" x2="57625" y2="9778"/>
                        <a14:backgroundMark x1="58000" y1="10444" x2="57500" y2="8889"/>
                        <a14:backgroundMark x1="57500" y1="10000" x2="57375" y2="9333"/>
                        <a14:backgroundMark x1="57500" y1="10667" x2="57750" y2="10889"/>
                        <a14:backgroundMark x1="57625" y1="10889" x2="57375" y2="9333"/>
                        <a14:backgroundMark x1="57125" y1="10222" x2="57250" y2="8889"/>
                        <a14:backgroundMark x1="55500" y1="8444" x2="56500" y2="7778"/>
                        <a14:backgroundMark x1="55625" y1="8444" x2="56125" y2="8889"/>
                        <a14:backgroundMark x1="55625" y1="8444" x2="55250" y2="8444"/>
                        <a14:backgroundMark x1="57500" y1="6000" x2="57500" y2="2667"/>
                        <a14:backgroundMark x1="58875" y1="8000" x2="57375" y2="1778"/>
                        <a14:backgroundMark x1="57875" y1="5111" x2="57750" y2="6444"/>
                        <a14:backgroundMark x1="58000" y1="6000" x2="57125" y2="2667"/>
                        <a14:backgroundMark x1="58000" y1="5778" x2="59750" y2="10444"/>
                        <a14:backgroundMark x1="59750" y1="9556" x2="60000" y2="12667"/>
                      </a14:backgroundRemoval>
                    </a14:imgEffect>
                    <a14:imgEffect>
                      <a14:artisticGlowEdges/>
                    </a14:imgEffect>
                  </a14:imgLayer>
                </a14:imgProps>
              </a:ext>
              <a:ext uri="{28A0092B-C50C-407E-A947-70E740481C1C}">
                <a14:useLocalDpi xmlns:a14="http://schemas.microsoft.com/office/drawing/2010/main" val="0"/>
              </a:ext>
            </a:extLst>
          </a:blip>
          <a:srcRect l="31914" t="1543" r="37057" b="-1"/>
          <a:stretch/>
        </p:blipFill>
        <p:spPr bwMode="auto">
          <a:xfrm rot="13140000" flipV="1">
            <a:off x="38088" y="3008314"/>
            <a:ext cx="768458" cy="13716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Glow-In-The-Dark Demons: Three Newly Discovered Worms Are The Stuff Of  Nightmares | IFLScience">
            <a:extLst>
              <a:ext uri="{FF2B5EF4-FFF2-40B4-BE49-F238E27FC236}">
                <a16:creationId xmlns:a16="http://schemas.microsoft.com/office/drawing/2014/main" id="{CB77CC0C-4DEB-DC19-494A-990A89619B53}"/>
              </a:ext>
            </a:extLst>
          </p:cNvPr>
          <p:cNvPicPr>
            <a:picLocks noChangeAspect="1" noChangeArrowheads="1"/>
          </p:cNvPicPr>
          <p:nvPr/>
        </p:nvPicPr>
        <p:blipFill rotWithShape="1">
          <a:blip r:embed="rId2">
            <a:duotone>
              <a:prstClr val="black"/>
              <a:schemeClr val="accent2">
                <a:tint val="45000"/>
                <a:satMod val="400000"/>
              </a:schemeClr>
            </a:duotone>
            <a:extLst>
              <a:ext uri="{BEBA8EAE-BF5A-486C-A8C5-ECC9F3942E4B}">
                <a14:imgProps xmlns:a14="http://schemas.microsoft.com/office/drawing/2010/main">
                  <a14:imgLayer r:embed="rId3">
                    <a14:imgEffect>
                      <a14:backgroundRemoval t="2000" b="96000" l="32000" r="61500">
                        <a14:foregroundMark x1="55500" y1="65111" x2="57750" y2="64444"/>
                        <a14:foregroundMark x1="45625" y1="90222" x2="38375" y2="96000"/>
                        <a14:foregroundMark x1="56471" y1="10806" x2="56915" y2="10661"/>
                        <a14:foregroundMark x1="54889" y1="11321" x2="56135" y2="10915"/>
                        <a14:foregroundMark x1="52125" y1="12222" x2="54444" y2="11466"/>
                        <a14:foregroundMark x1="51682" y1="11111" x2="55437" y2="8660"/>
                        <a14:foregroundMark x1="54681" y1="11694" x2="48802" y2="30976"/>
                        <a14:foregroundMark x1="49875" y1="23556" x2="49032" y2="20734"/>
                        <a14:foregroundMark x1="47182" y1="40667" x2="47125" y2="44444"/>
                        <a14:foregroundMark x1="47266" y1="35060" x2="47188" y2="40223"/>
                        <a14:foregroundMark x1="56170" y1="9967" x2="57101" y2="9679"/>
                        <a14:foregroundMark x1="50824" y1="11620" x2="54606" y2="10450"/>
                        <a14:foregroundMark x1="50071" y1="11853" x2="50404" y2="11750"/>
                        <a14:foregroundMark x1="55948" y1="9672" x2="56861" y2="9544"/>
                        <a14:foregroundMark x1="51117" y1="10351" x2="55108" y2="9790"/>
                        <a14:foregroundMark x1="50477" y1="10441" x2="50714" y2="10408"/>
                        <a14:foregroundMark x1="56826" y1="11992" x2="56800" y2="11942"/>
                        <a14:foregroundMark x1="57355" y1="13004" x2="57044" y2="12408"/>
                        <a14:foregroundMark x1="61125" y1="20222" x2="57368" y2="13030"/>
                        <a14:foregroundMark x1="58500" y1="14667" x2="59625" y2="16667"/>
                        <a14:foregroundMark x1="59625" y1="16889" x2="60711" y2="23071"/>
                        <a14:foregroundMark x1="57343" y1="28889" x2="56782" y2="28889"/>
                        <a14:foregroundMark x1="56676" y1="35475" x2="50727" y2="59581"/>
                        <a14:foregroundMark x1="45321" y1="69468" x2="41000" y2="66222"/>
                        <a14:foregroundMark x1="46483" y1="70341" x2="45663" y2="69725"/>
                        <a14:foregroundMark x1="49875" y1="72889" x2="47772" y2="71309"/>
                        <a14:foregroundMark x1="52500" y1="74000" x2="51250" y2="65111"/>
                        <a14:foregroundMark x1="49875" y1="66000" x2="49697" y2="65894"/>
                        <a14:foregroundMark x1="46447" y1="36574" x2="47000" y2="35111"/>
                        <a14:foregroundMark x1="43384" y1="44667" x2="43552" y2="44222"/>
                        <a14:foregroundMark x1="43007" y1="45663" x2="43384" y2="44667"/>
                        <a14:foregroundMark x1="40435" y1="51530" x2="40402" y2="50849"/>
                        <a14:foregroundMark x1="37375" y1="67333" x2="37420" y2="66723"/>
                        <a14:foregroundMark x1="36738" y1="56425" x2="36640" y2="55581"/>
                        <a14:foregroundMark x1="36952" y1="58274" x2="36753" y2="56553"/>
                        <a14:foregroundMark x1="36544" y1="57395" x2="36516" y2="55942"/>
                        <a14:foregroundMark x1="36570" y1="58734" x2="36548" y2="57579"/>
                        <a14:backgroundMark x1="38375" y1="34444" x2="41250" y2="35556"/>
                        <a14:backgroundMark x1="40625" y1="36889" x2="39000" y2="42667"/>
                        <a14:backgroundMark x1="40375" y1="40667" x2="41750" y2="40444"/>
                        <a14:backgroundMark x1="41000" y1="43111" x2="41625" y2="43333"/>
                        <a14:backgroundMark x1="41750" y1="43111" x2="42875" y2="36444"/>
                        <a14:backgroundMark x1="42500" y1="39778" x2="43250" y2="34889"/>
                        <a14:backgroundMark x1="42500" y1="39556" x2="42375" y2="32889"/>
                        <a14:backgroundMark x1="42875" y1="33778" x2="43250" y2="34444"/>
                        <a14:backgroundMark x1="43250" y1="33556" x2="42000" y2="39556"/>
                        <a14:backgroundMark x1="43875" y1="32222" x2="42250" y2="38889"/>
                        <a14:backgroundMark x1="43000" y1="38000" x2="42375" y2="42000"/>
                        <a14:backgroundMark x1="40750" y1="43778" x2="39875" y2="46000"/>
                        <a14:backgroundMark x1="39750" y1="48667" x2="41875" y2="47111"/>
                        <a14:backgroundMark x1="42125" y1="46889" x2="42125" y2="46889"/>
                        <a14:backgroundMark x1="42250" y1="47333" x2="42250" y2="47333"/>
                        <a14:backgroundMark x1="42000" y1="47778" x2="42000" y2="47778"/>
                        <a14:backgroundMark x1="41875" y1="47778" x2="41875" y2="47778"/>
                        <a14:backgroundMark x1="41875" y1="47778" x2="41875" y2="47778"/>
                        <a14:backgroundMark x1="41750" y1="48000" x2="41750" y2="48000"/>
                        <a14:backgroundMark x1="41500" y1="48222" x2="41500" y2="48222"/>
                        <a14:backgroundMark x1="41750" y1="48444" x2="41750" y2="48444"/>
                        <a14:backgroundMark x1="41875" y1="47556" x2="41875" y2="47556"/>
                        <a14:backgroundMark x1="41750" y1="47778" x2="41250" y2="48000"/>
                        <a14:backgroundMark x1="41625" y1="47556" x2="42000" y2="47556"/>
                        <a14:backgroundMark x1="42250" y1="47333" x2="42250" y2="47333"/>
                        <a14:backgroundMark x1="42500" y1="46889" x2="42500" y2="46889"/>
                        <a14:backgroundMark x1="42750" y1="46889" x2="42750" y2="46889"/>
                        <a14:backgroundMark x1="40750" y1="48444" x2="40750" y2="48444"/>
                        <a14:backgroundMark x1="40000" y1="48667" x2="38875" y2="48889"/>
                        <a14:backgroundMark x1="40625" y1="47333" x2="39250" y2="47333"/>
                        <a14:backgroundMark x1="40375" y1="46444" x2="39750" y2="46444"/>
                        <a14:backgroundMark x1="41625" y1="42667" x2="41625" y2="42667"/>
                        <a14:backgroundMark x1="41750" y1="42667" x2="41750" y2="42667"/>
                        <a14:backgroundMark x1="42250" y1="42667" x2="42250" y2="42667"/>
                        <a14:backgroundMark x1="42125" y1="42889" x2="41125" y2="42889"/>
                        <a14:backgroundMark x1="42500" y1="43778" x2="42500" y2="43778"/>
                        <a14:backgroundMark x1="42500" y1="43778" x2="42375" y2="42667"/>
                        <a14:backgroundMark x1="43250" y1="44444" x2="43375" y2="43778"/>
                        <a14:backgroundMark x1="43875" y1="43333" x2="44250" y2="42222"/>
                        <a14:backgroundMark x1="44375" y1="44667" x2="44375" y2="44667"/>
                        <a14:backgroundMark x1="44250" y1="44222" x2="44250" y2="44222"/>
                        <a14:backgroundMark x1="44000" y1="44222" x2="44000" y2="44222"/>
                        <a14:backgroundMark x1="43750" y1="44000" x2="43750" y2="44000"/>
                        <a14:backgroundMark x1="43375" y1="44222" x2="43375" y2="44222"/>
                        <a14:backgroundMark x1="43375" y1="44667" x2="43375" y2="44667"/>
                        <a14:backgroundMark x1="45375" y1="39778" x2="45375" y2="39778"/>
                        <a14:backgroundMark x1="45000" y1="40667" x2="45000" y2="40667"/>
                        <a14:backgroundMark x1="45000" y1="40667" x2="45000" y2="40667"/>
                        <a14:backgroundMark x1="45000" y1="39111" x2="45000" y2="39111"/>
                        <a14:backgroundMark x1="45000" y1="38444" x2="45000" y2="38444"/>
                        <a14:backgroundMark x1="45000" y1="38444" x2="45000" y2="38444"/>
                        <a14:backgroundMark x1="44625" y1="40222" x2="44500" y2="41333"/>
                        <a14:backgroundMark x1="44625" y1="38889" x2="45000" y2="40444"/>
                        <a14:backgroundMark x1="59250" y1="77778" x2="60375" y2="81778"/>
                        <a14:backgroundMark x1="60875" y1="75778" x2="60875" y2="80000"/>
                        <a14:backgroundMark x1="61375" y1="82222" x2="61500" y2="77778"/>
                        <a14:backgroundMark x1="60875" y1="80667" x2="62000" y2="81556"/>
                        <a14:backgroundMark x1="49750" y1="86222" x2="51000" y2="82889"/>
                        <a14:backgroundMark x1="51125" y1="82667" x2="51125" y2="81556"/>
                        <a14:backgroundMark x1="51625" y1="82000" x2="52625" y2="81333"/>
                        <a14:backgroundMark x1="50875" y1="82000" x2="52250" y2="82222"/>
                        <a14:backgroundMark x1="51375" y1="81556" x2="52500" y2="81556"/>
                        <a14:backgroundMark x1="51375" y1="81333" x2="52250" y2="81556"/>
                        <a14:backgroundMark x1="51375" y1="81333" x2="52250" y2="81556"/>
                        <a14:backgroundMark x1="51375" y1="81333" x2="51125" y2="81333"/>
                        <a14:backgroundMark x1="52125" y1="80667" x2="52125" y2="79556"/>
                        <a14:backgroundMark x1="52000" y1="78889" x2="54500" y2="74000"/>
                        <a14:backgroundMark x1="54375" y1="77556" x2="54750" y2="74000"/>
                        <a14:backgroundMark x1="54875" y1="74444" x2="59000" y2="78000"/>
                        <a14:backgroundMark x1="54500" y1="76444" x2="55250" y2="73333"/>
                        <a14:backgroundMark x1="55250" y1="73333" x2="54625" y2="74889"/>
                        <a14:backgroundMark x1="54750" y1="74889" x2="54625" y2="77111"/>
                        <a14:backgroundMark x1="60500" y1="74222" x2="60875" y2="77778"/>
                        <a14:backgroundMark x1="47375" y1="69333" x2="49375" y2="67111"/>
                        <a14:backgroundMark x1="49875" y1="66444" x2="50250" y2="66222"/>
                        <a14:backgroundMark x1="50125" y1="65333" x2="49875" y2="64000"/>
                        <a14:backgroundMark x1="49875" y1="63333" x2="50125" y2="62444"/>
                        <a14:backgroundMark x1="49750" y1="66667" x2="49750" y2="66000"/>
                        <a14:backgroundMark x1="46125" y1="70889" x2="47000" y2="72222"/>
                        <a14:backgroundMark x1="46000" y1="70667" x2="45750" y2="70667"/>
                        <a14:backgroundMark x1="33750" y1="92444" x2="34500" y2="94222"/>
                        <a14:backgroundMark x1="33875" y1="92889" x2="33500" y2="90444"/>
                        <a14:backgroundMark x1="34375" y1="92667" x2="33875" y2="91111"/>
                        <a14:backgroundMark x1="33875" y1="91333" x2="34750" y2="93111"/>
                        <a14:backgroundMark x1="33875" y1="91333" x2="32875" y2="87556"/>
                        <a14:backgroundMark x1="33250" y1="89111" x2="33000" y2="84889"/>
                        <a14:backgroundMark x1="32875" y1="86000" x2="32375" y2="83778"/>
                        <a14:backgroundMark x1="32250" y1="82222" x2="32500" y2="80889"/>
                        <a14:backgroundMark x1="36125" y1="55778" x2="37500" y2="51778"/>
                        <a14:backgroundMark x1="35750" y1="54222" x2="36875" y2="51111"/>
                        <a14:backgroundMark x1="35625" y1="54444" x2="37250" y2="52222"/>
                        <a14:backgroundMark x1="36500" y1="54444" x2="36500" y2="51556"/>
                        <a14:backgroundMark x1="36125" y1="68000" x2="36500" y2="61333"/>
                        <a14:backgroundMark x1="36250" y1="68222" x2="36750" y2="60222"/>
                        <a14:backgroundMark x1="36625" y1="60222" x2="36500" y2="66667"/>
                        <a14:backgroundMark x1="36750" y1="67778" x2="36625" y2="68667"/>
                        <a14:backgroundMark x1="36750" y1="67556" x2="36500" y2="69111"/>
                        <a14:backgroundMark x1="36625" y1="58667" x2="37625" y2="60889"/>
                        <a14:backgroundMark x1="36375" y1="58444" x2="37000" y2="55111"/>
                        <a14:backgroundMark x1="36875" y1="58667" x2="36750" y2="56000"/>
                        <a14:backgroundMark x1="36500" y1="59333" x2="36500" y2="55111"/>
                        <a14:backgroundMark x1="38000" y1="56889" x2="39625" y2="50889"/>
                        <a14:backgroundMark x1="38250" y1="56000" x2="39375" y2="50000"/>
                        <a14:backgroundMark x1="38000" y1="54667" x2="39000" y2="50222"/>
                        <a14:backgroundMark x1="38750" y1="51333" x2="37750" y2="55778"/>
                        <a14:backgroundMark x1="38125" y1="55556" x2="40125" y2="48667"/>
                        <a14:backgroundMark x1="39375" y1="49333" x2="38500" y2="50000"/>
                        <a14:backgroundMark x1="42875" y1="46222" x2="42750" y2="46889"/>
                        <a14:backgroundMark x1="41625" y1="45111" x2="42250" y2="42667"/>
                        <a14:backgroundMark x1="41500" y1="44667" x2="40750" y2="46444"/>
                        <a14:backgroundMark x1="41625" y1="44000" x2="40750" y2="44667"/>
                        <a14:backgroundMark x1="42250" y1="44000" x2="41000" y2="44667"/>
                        <a14:backgroundMark x1="43750" y1="9556" x2="47375" y2="15778"/>
                        <a14:backgroundMark x1="47500" y1="10222" x2="50375" y2="10000"/>
                        <a14:backgroundMark x1="50125" y1="11111" x2="50125" y2="12000"/>
                        <a14:backgroundMark x1="49875" y1="12889" x2="50000" y2="11556"/>
                        <a14:backgroundMark x1="49875" y1="12222" x2="49375" y2="11556"/>
                        <a14:backgroundMark x1="50500" y1="11333" x2="51250" y2="9778"/>
                        <a14:backgroundMark x1="50000" y1="11333" x2="50625" y2="9778"/>
                        <a14:backgroundMark x1="45500" y1="18000" x2="48000" y2="22222"/>
                        <a14:backgroundMark x1="47250" y1="23556" x2="46750" y2="27778"/>
                        <a14:backgroundMark x1="47625" y1="22889" x2="47250" y2="24222"/>
                        <a14:backgroundMark x1="46125" y1="39111" x2="45750" y2="35556"/>
                        <a14:backgroundMark x1="46125" y1="37333" x2="45625" y2="36444"/>
                        <a14:backgroundMark x1="45375" y1="37333" x2="44750" y2="38444"/>
                        <a14:backgroundMark x1="45875" y1="37333" x2="45500" y2="37778"/>
                        <a14:backgroundMark x1="46125" y1="36000" x2="47250" y2="32444"/>
                        <a14:backgroundMark x1="46875" y1="34222" x2="47250" y2="32667"/>
                        <a14:backgroundMark x1="47250" y1="32444" x2="46375" y2="33556"/>
                        <a14:backgroundMark x1="46625" y1="32444" x2="47250" y2="27778"/>
                        <a14:backgroundMark x1="46750" y1="30444" x2="46625" y2="28222"/>
                        <a14:backgroundMark x1="47250" y1="28444" x2="47625" y2="29556"/>
                        <a14:backgroundMark x1="47625" y1="29333" x2="46625" y2="31111"/>
                        <a14:backgroundMark x1="47500" y1="29556" x2="46375" y2="31333"/>
                        <a14:backgroundMark x1="47250" y1="27556" x2="46375" y2="29556"/>
                        <a14:backgroundMark x1="59375" y1="31333" x2="61750" y2="28222"/>
                        <a14:backgroundMark x1="60375" y1="30444" x2="61250" y2="25556"/>
                        <a14:backgroundMark x1="61375" y1="25778" x2="61500" y2="28222"/>
                        <a14:backgroundMark x1="61625" y1="24222" x2="60875" y2="25778"/>
                        <a14:backgroundMark x1="60250" y1="27556" x2="60000" y2="30889"/>
                        <a14:backgroundMark x1="58375" y1="33556" x2="57625" y2="27111"/>
                        <a14:backgroundMark x1="58000" y1="31333" x2="57750" y2="32444"/>
                        <a14:backgroundMark x1="58125" y1="32667" x2="57875" y2="35778"/>
                        <a14:backgroundMark x1="57875" y1="32667" x2="57750" y2="34889"/>
                        <a14:backgroundMark x1="59625" y1="30667" x2="58875" y2="31556"/>
                        <a14:backgroundMark x1="58500" y1="31111" x2="58625" y2="33333"/>
                        <a14:backgroundMark x1="58625" y1="31111" x2="57125" y2="27778"/>
                        <a14:backgroundMark x1="57625" y1="29333" x2="56875" y2="28444"/>
                        <a14:backgroundMark x1="57250" y1="29778" x2="56750" y2="28222"/>
                        <a14:backgroundMark x1="56875" y1="29333" x2="56500" y2="28000"/>
                        <a14:backgroundMark x1="59125" y1="5778" x2="60125" y2="7111"/>
                        <a14:backgroundMark x1="58000" y1="9778" x2="58125" y2="8889"/>
                        <a14:backgroundMark x1="58500" y1="8667" x2="58125" y2="9333"/>
                        <a14:backgroundMark x1="57750" y1="9111" x2="58750" y2="6889"/>
                        <a14:backgroundMark x1="58625" y1="6667" x2="58250" y2="8222"/>
                        <a14:backgroundMark x1="58625" y1="6444" x2="58625" y2="6000"/>
                        <a14:backgroundMark x1="58125" y1="5778" x2="58000" y2="6889"/>
                        <a14:backgroundMark x1="58250" y1="5778" x2="58375" y2="5556"/>
                        <a14:backgroundMark x1="58125" y1="9333" x2="57625" y2="9778"/>
                        <a14:backgroundMark x1="58000" y1="10444" x2="57500" y2="8889"/>
                        <a14:backgroundMark x1="57500" y1="10000" x2="57375" y2="9333"/>
                        <a14:backgroundMark x1="57500" y1="10667" x2="57750" y2="10889"/>
                        <a14:backgroundMark x1="57625" y1="10889" x2="57375" y2="9333"/>
                        <a14:backgroundMark x1="57125" y1="10222" x2="57250" y2="8889"/>
                        <a14:backgroundMark x1="55500" y1="8444" x2="56500" y2="7778"/>
                        <a14:backgroundMark x1="55625" y1="8444" x2="56125" y2="8889"/>
                        <a14:backgroundMark x1="55625" y1="8444" x2="55250" y2="8444"/>
                        <a14:backgroundMark x1="57500" y1="6000" x2="57500" y2="2667"/>
                        <a14:backgroundMark x1="58875" y1="8000" x2="57375" y2="1778"/>
                        <a14:backgroundMark x1="57875" y1="5111" x2="57750" y2="6444"/>
                        <a14:backgroundMark x1="58000" y1="6000" x2="57125" y2="2667"/>
                        <a14:backgroundMark x1="58000" y1="5778" x2="59750" y2="10444"/>
                        <a14:backgroundMark x1="59750" y1="9556" x2="60000" y2="12667"/>
                      </a14:backgroundRemoval>
                    </a14:imgEffect>
                    <a14:imgEffect>
                      <a14:artisticGlowEdges/>
                    </a14:imgEffect>
                  </a14:imgLayer>
                </a14:imgProps>
              </a:ext>
              <a:ext uri="{28A0092B-C50C-407E-A947-70E740481C1C}">
                <a14:useLocalDpi xmlns:a14="http://schemas.microsoft.com/office/drawing/2010/main" val="0"/>
              </a:ext>
            </a:extLst>
          </a:blip>
          <a:srcRect l="31914" t="1543" r="37057" b="-1"/>
          <a:stretch/>
        </p:blipFill>
        <p:spPr bwMode="auto">
          <a:xfrm rot="13162787" flipV="1">
            <a:off x="208504" y="88071"/>
            <a:ext cx="768458" cy="13716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Glow-In-The-Dark Demons: Three Newly Discovered Worms Are The Stuff Of  Nightmares | IFLScience">
            <a:extLst>
              <a:ext uri="{FF2B5EF4-FFF2-40B4-BE49-F238E27FC236}">
                <a16:creationId xmlns:a16="http://schemas.microsoft.com/office/drawing/2014/main" id="{3AA6D6FC-B5D9-FB33-4A45-D6A91FE5933F}"/>
              </a:ext>
            </a:extLst>
          </p:cNvPr>
          <p:cNvPicPr>
            <a:picLocks noChangeAspect="1" noChangeArrowheads="1"/>
          </p:cNvPicPr>
          <p:nvPr/>
        </p:nvPicPr>
        <p:blipFill rotWithShape="1">
          <a:blip r:embed="rId2">
            <a:duotone>
              <a:prstClr val="black"/>
              <a:schemeClr val="accent4">
                <a:tint val="45000"/>
                <a:satMod val="400000"/>
              </a:schemeClr>
            </a:duotone>
            <a:extLst>
              <a:ext uri="{BEBA8EAE-BF5A-486C-A8C5-ECC9F3942E4B}">
                <a14:imgProps xmlns:a14="http://schemas.microsoft.com/office/drawing/2010/main">
                  <a14:imgLayer r:embed="rId3">
                    <a14:imgEffect>
                      <a14:backgroundRemoval t="2000" b="96000" l="32000" r="61500">
                        <a14:foregroundMark x1="55500" y1="65111" x2="57750" y2="64444"/>
                        <a14:foregroundMark x1="45625" y1="90222" x2="38375" y2="96000"/>
                        <a14:foregroundMark x1="56471" y1="10806" x2="56915" y2="10661"/>
                        <a14:foregroundMark x1="54889" y1="11321" x2="56135" y2="10915"/>
                        <a14:foregroundMark x1="52125" y1="12222" x2="54444" y2="11466"/>
                        <a14:foregroundMark x1="51682" y1="11111" x2="55437" y2="8660"/>
                        <a14:foregroundMark x1="54681" y1="11694" x2="48802" y2="30976"/>
                        <a14:foregroundMark x1="49875" y1="23556" x2="49032" y2="20734"/>
                        <a14:foregroundMark x1="47182" y1="40667" x2="47125" y2="44444"/>
                        <a14:foregroundMark x1="47266" y1="35060" x2="47188" y2="40223"/>
                        <a14:foregroundMark x1="56170" y1="9967" x2="57101" y2="9679"/>
                        <a14:foregroundMark x1="50824" y1="11620" x2="54606" y2="10450"/>
                        <a14:foregroundMark x1="50071" y1="11853" x2="50404" y2="11750"/>
                        <a14:foregroundMark x1="55948" y1="9672" x2="56861" y2="9544"/>
                        <a14:foregroundMark x1="51117" y1="10351" x2="55108" y2="9790"/>
                        <a14:foregroundMark x1="50477" y1="10441" x2="50714" y2="10408"/>
                        <a14:foregroundMark x1="56826" y1="11992" x2="56800" y2="11942"/>
                        <a14:foregroundMark x1="57355" y1="13004" x2="57044" y2="12408"/>
                        <a14:foregroundMark x1="61125" y1="20222" x2="57368" y2="13030"/>
                        <a14:foregroundMark x1="58500" y1="14667" x2="59625" y2="16667"/>
                        <a14:foregroundMark x1="59625" y1="16889" x2="60711" y2="23071"/>
                        <a14:foregroundMark x1="57343" y1="28889" x2="56782" y2="28889"/>
                        <a14:foregroundMark x1="56676" y1="35475" x2="50727" y2="59581"/>
                        <a14:foregroundMark x1="45321" y1="69468" x2="41000" y2="66222"/>
                        <a14:foregroundMark x1="46483" y1="70341" x2="45663" y2="69725"/>
                        <a14:foregroundMark x1="49875" y1="72889" x2="47772" y2="71309"/>
                        <a14:foregroundMark x1="52500" y1="74000" x2="51250" y2="65111"/>
                        <a14:foregroundMark x1="49875" y1="66000" x2="49697" y2="65894"/>
                        <a14:foregroundMark x1="46447" y1="36574" x2="47000" y2="35111"/>
                        <a14:foregroundMark x1="43384" y1="44667" x2="43552" y2="44222"/>
                        <a14:foregroundMark x1="43007" y1="45663" x2="43384" y2="44667"/>
                        <a14:foregroundMark x1="40435" y1="51530" x2="40402" y2="50849"/>
                        <a14:foregroundMark x1="37375" y1="67333" x2="37420" y2="66723"/>
                        <a14:foregroundMark x1="36738" y1="56425" x2="36640" y2="55581"/>
                        <a14:foregroundMark x1="36952" y1="58274" x2="36753" y2="56553"/>
                        <a14:foregroundMark x1="36544" y1="57395" x2="36516" y2="55942"/>
                        <a14:foregroundMark x1="36570" y1="58734" x2="36548" y2="57579"/>
                        <a14:backgroundMark x1="38375" y1="34444" x2="41250" y2="35556"/>
                        <a14:backgroundMark x1="40625" y1="36889" x2="39000" y2="42667"/>
                        <a14:backgroundMark x1="40375" y1="40667" x2="41750" y2="40444"/>
                        <a14:backgroundMark x1="41000" y1="43111" x2="41625" y2="43333"/>
                        <a14:backgroundMark x1="41750" y1="43111" x2="42875" y2="36444"/>
                        <a14:backgroundMark x1="42500" y1="39778" x2="43250" y2="34889"/>
                        <a14:backgroundMark x1="42500" y1="39556" x2="42375" y2="32889"/>
                        <a14:backgroundMark x1="42875" y1="33778" x2="43250" y2="34444"/>
                        <a14:backgroundMark x1="43250" y1="33556" x2="42000" y2="39556"/>
                        <a14:backgroundMark x1="43875" y1="32222" x2="42250" y2="38889"/>
                        <a14:backgroundMark x1="43000" y1="38000" x2="42375" y2="42000"/>
                        <a14:backgroundMark x1="40750" y1="43778" x2="39875" y2="46000"/>
                        <a14:backgroundMark x1="39750" y1="48667" x2="41875" y2="47111"/>
                        <a14:backgroundMark x1="42125" y1="46889" x2="42125" y2="46889"/>
                        <a14:backgroundMark x1="42250" y1="47333" x2="42250" y2="47333"/>
                        <a14:backgroundMark x1="42000" y1="47778" x2="42000" y2="47778"/>
                        <a14:backgroundMark x1="41875" y1="47778" x2="41875" y2="47778"/>
                        <a14:backgroundMark x1="41875" y1="47778" x2="41875" y2="47778"/>
                        <a14:backgroundMark x1="41750" y1="48000" x2="41750" y2="48000"/>
                        <a14:backgroundMark x1="41500" y1="48222" x2="41500" y2="48222"/>
                        <a14:backgroundMark x1="41750" y1="48444" x2="41750" y2="48444"/>
                        <a14:backgroundMark x1="41875" y1="47556" x2="41875" y2="47556"/>
                        <a14:backgroundMark x1="41750" y1="47778" x2="41250" y2="48000"/>
                        <a14:backgroundMark x1="41625" y1="47556" x2="42000" y2="47556"/>
                        <a14:backgroundMark x1="42250" y1="47333" x2="42250" y2="47333"/>
                        <a14:backgroundMark x1="42500" y1="46889" x2="42500" y2="46889"/>
                        <a14:backgroundMark x1="42750" y1="46889" x2="42750" y2="46889"/>
                        <a14:backgroundMark x1="40750" y1="48444" x2="40750" y2="48444"/>
                        <a14:backgroundMark x1="40000" y1="48667" x2="38875" y2="48889"/>
                        <a14:backgroundMark x1="40625" y1="47333" x2="39250" y2="47333"/>
                        <a14:backgroundMark x1="40375" y1="46444" x2="39750" y2="46444"/>
                        <a14:backgroundMark x1="41625" y1="42667" x2="41625" y2="42667"/>
                        <a14:backgroundMark x1="41750" y1="42667" x2="41750" y2="42667"/>
                        <a14:backgroundMark x1="42250" y1="42667" x2="42250" y2="42667"/>
                        <a14:backgroundMark x1="42125" y1="42889" x2="41125" y2="42889"/>
                        <a14:backgroundMark x1="42500" y1="43778" x2="42500" y2="43778"/>
                        <a14:backgroundMark x1="42500" y1="43778" x2="42375" y2="42667"/>
                        <a14:backgroundMark x1="43250" y1="44444" x2="43375" y2="43778"/>
                        <a14:backgroundMark x1="43875" y1="43333" x2="44250" y2="42222"/>
                        <a14:backgroundMark x1="44375" y1="44667" x2="44375" y2="44667"/>
                        <a14:backgroundMark x1="44250" y1="44222" x2="44250" y2="44222"/>
                        <a14:backgroundMark x1="44000" y1="44222" x2="44000" y2="44222"/>
                        <a14:backgroundMark x1="43750" y1="44000" x2="43750" y2="44000"/>
                        <a14:backgroundMark x1="43375" y1="44222" x2="43375" y2="44222"/>
                        <a14:backgroundMark x1="43375" y1="44667" x2="43375" y2="44667"/>
                        <a14:backgroundMark x1="45375" y1="39778" x2="45375" y2="39778"/>
                        <a14:backgroundMark x1="45000" y1="40667" x2="45000" y2="40667"/>
                        <a14:backgroundMark x1="45000" y1="40667" x2="45000" y2="40667"/>
                        <a14:backgroundMark x1="45000" y1="39111" x2="45000" y2="39111"/>
                        <a14:backgroundMark x1="45000" y1="38444" x2="45000" y2="38444"/>
                        <a14:backgroundMark x1="45000" y1="38444" x2="45000" y2="38444"/>
                        <a14:backgroundMark x1="44625" y1="40222" x2="44500" y2="41333"/>
                        <a14:backgroundMark x1="44625" y1="38889" x2="45000" y2="40444"/>
                        <a14:backgroundMark x1="59250" y1="77778" x2="60375" y2="81778"/>
                        <a14:backgroundMark x1="60875" y1="75778" x2="60875" y2="80000"/>
                        <a14:backgroundMark x1="61375" y1="82222" x2="61500" y2="77778"/>
                        <a14:backgroundMark x1="60875" y1="80667" x2="62000" y2="81556"/>
                        <a14:backgroundMark x1="49750" y1="86222" x2="51000" y2="82889"/>
                        <a14:backgroundMark x1="51125" y1="82667" x2="51125" y2="81556"/>
                        <a14:backgroundMark x1="51625" y1="82000" x2="52625" y2="81333"/>
                        <a14:backgroundMark x1="50875" y1="82000" x2="52250" y2="82222"/>
                        <a14:backgroundMark x1="51375" y1="81556" x2="52500" y2="81556"/>
                        <a14:backgroundMark x1="51375" y1="81333" x2="52250" y2="81556"/>
                        <a14:backgroundMark x1="51375" y1="81333" x2="52250" y2="81556"/>
                        <a14:backgroundMark x1="51375" y1="81333" x2="51125" y2="81333"/>
                        <a14:backgroundMark x1="52125" y1="80667" x2="52125" y2="79556"/>
                        <a14:backgroundMark x1="52000" y1="78889" x2="54500" y2="74000"/>
                        <a14:backgroundMark x1="54375" y1="77556" x2="54750" y2="74000"/>
                        <a14:backgroundMark x1="54875" y1="74444" x2="59000" y2="78000"/>
                        <a14:backgroundMark x1="54500" y1="76444" x2="55250" y2="73333"/>
                        <a14:backgroundMark x1="55250" y1="73333" x2="54625" y2="74889"/>
                        <a14:backgroundMark x1="54750" y1="74889" x2="54625" y2="77111"/>
                        <a14:backgroundMark x1="60500" y1="74222" x2="60875" y2="77778"/>
                        <a14:backgroundMark x1="47375" y1="69333" x2="49375" y2="67111"/>
                        <a14:backgroundMark x1="49875" y1="66444" x2="50250" y2="66222"/>
                        <a14:backgroundMark x1="50125" y1="65333" x2="49875" y2="64000"/>
                        <a14:backgroundMark x1="49875" y1="63333" x2="50125" y2="62444"/>
                        <a14:backgroundMark x1="49750" y1="66667" x2="49750" y2="66000"/>
                        <a14:backgroundMark x1="46125" y1="70889" x2="47000" y2="72222"/>
                        <a14:backgroundMark x1="46000" y1="70667" x2="45750" y2="70667"/>
                        <a14:backgroundMark x1="33750" y1="92444" x2="34500" y2="94222"/>
                        <a14:backgroundMark x1="33875" y1="92889" x2="33500" y2="90444"/>
                        <a14:backgroundMark x1="34375" y1="92667" x2="33875" y2="91111"/>
                        <a14:backgroundMark x1="33875" y1="91333" x2="34750" y2="93111"/>
                        <a14:backgroundMark x1="33875" y1="91333" x2="32875" y2="87556"/>
                        <a14:backgroundMark x1="33250" y1="89111" x2="33000" y2="84889"/>
                        <a14:backgroundMark x1="32875" y1="86000" x2="32375" y2="83778"/>
                        <a14:backgroundMark x1="32250" y1="82222" x2="32500" y2="80889"/>
                        <a14:backgroundMark x1="36125" y1="55778" x2="37500" y2="51778"/>
                        <a14:backgroundMark x1="35750" y1="54222" x2="36875" y2="51111"/>
                        <a14:backgroundMark x1="35625" y1="54444" x2="37250" y2="52222"/>
                        <a14:backgroundMark x1="36500" y1="54444" x2="36500" y2="51556"/>
                        <a14:backgroundMark x1="36125" y1="68000" x2="36500" y2="61333"/>
                        <a14:backgroundMark x1="36250" y1="68222" x2="36750" y2="60222"/>
                        <a14:backgroundMark x1="36625" y1="60222" x2="36500" y2="66667"/>
                        <a14:backgroundMark x1="36750" y1="67778" x2="36625" y2="68667"/>
                        <a14:backgroundMark x1="36750" y1="67556" x2="36500" y2="69111"/>
                        <a14:backgroundMark x1="36625" y1="58667" x2="37625" y2="60889"/>
                        <a14:backgroundMark x1="36375" y1="58444" x2="37000" y2="55111"/>
                        <a14:backgroundMark x1="36875" y1="58667" x2="36750" y2="56000"/>
                        <a14:backgroundMark x1="36500" y1="59333" x2="36500" y2="55111"/>
                        <a14:backgroundMark x1="38000" y1="56889" x2="39625" y2="50889"/>
                        <a14:backgroundMark x1="38250" y1="56000" x2="39375" y2="50000"/>
                        <a14:backgroundMark x1="38000" y1="54667" x2="39000" y2="50222"/>
                        <a14:backgroundMark x1="38750" y1="51333" x2="37750" y2="55778"/>
                        <a14:backgroundMark x1="38125" y1="55556" x2="40125" y2="48667"/>
                        <a14:backgroundMark x1="39375" y1="49333" x2="38500" y2="50000"/>
                        <a14:backgroundMark x1="42875" y1="46222" x2="42750" y2="46889"/>
                        <a14:backgroundMark x1="41625" y1="45111" x2="42250" y2="42667"/>
                        <a14:backgroundMark x1="41500" y1="44667" x2="40750" y2="46444"/>
                        <a14:backgroundMark x1="41625" y1="44000" x2="40750" y2="44667"/>
                        <a14:backgroundMark x1="42250" y1="44000" x2="41000" y2="44667"/>
                        <a14:backgroundMark x1="43750" y1="9556" x2="47375" y2="15778"/>
                        <a14:backgroundMark x1="47500" y1="10222" x2="50375" y2="10000"/>
                        <a14:backgroundMark x1="50125" y1="11111" x2="50125" y2="12000"/>
                        <a14:backgroundMark x1="49875" y1="12889" x2="50000" y2="11556"/>
                        <a14:backgroundMark x1="49875" y1="12222" x2="49375" y2="11556"/>
                        <a14:backgroundMark x1="50500" y1="11333" x2="51250" y2="9778"/>
                        <a14:backgroundMark x1="50000" y1="11333" x2="50625" y2="9778"/>
                        <a14:backgroundMark x1="45500" y1="18000" x2="48000" y2="22222"/>
                        <a14:backgroundMark x1="47250" y1="23556" x2="46750" y2="27778"/>
                        <a14:backgroundMark x1="47625" y1="22889" x2="47250" y2="24222"/>
                        <a14:backgroundMark x1="46125" y1="39111" x2="45750" y2="35556"/>
                        <a14:backgroundMark x1="46125" y1="37333" x2="45625" y2="36444"/>
                        <a14:backgroundMark x1="45375" y1="37333" x2="44750" y2="38444"/>
                        <a14:backgroundMark x1="45875" y1="37333" x2="45500" y2="37778"/>
                        <a14:backgroundMark x1="46125" y1="36000" x2="47250" y2="32444"/>
                        <a14:backgroundMark x1="46875" y1="34222" x2="47250" y2="32667"/>
                        <a14:backgroundMark x1="47250" y1="32444" x2="46375" y2="33556"/>
                        <a14:backgroundMark x1="46625" y1="32444" x2="47250" y2="27778"/>
                        <a14:backgroundMark x1="46750" y1="30444" x2="46625" y2="28222"/>
                        <a14:backgroundMark x1="47250" y1="28444" x2="47625" y2="29556"/>
                        <a14:backgroundMark x1="47625" y1="29333" x2="46625" y2="31111"/>
                        <a14:backgroundMark x1="47500" y1="29556" x2="46375" y2="31333"/>
                        <a14:backgroundMark x1="47250" y1="27556" x2="46375" y2="29556"/>
                        <a14:backgroundMark x1="59375" y1="31333" x2="61750" y2="28222"/>
                        <a14:backgroundMark x1="60375" y1="30444" x2="61250" y2="25556"/>
                        <a14:backgroundMark x1="61375" y1="25778" x2="61500" y2="28222"/>
                        <a14:backgroundMark x1="61625" y1="24222" x2="60875" y2="25778"/>
                        <a14:backgroundMark x1="60250" y1="27556" x2="60000" y2="30889"/>
                        <a14:backgroundMark x1="58375" y1="33556" x2="57625" y2="27111"/>
                        <a14:backgroundMark x1="58000" y1="31333" x2="57750" y2="32444"/>
                        <a14:backgroundMark x1="58125" y1="32667" x2="57875" y2="35778"/>
                        <a14:backgroundMark x1="57875" y1="32667" x2="57750" y2="34889"/>
                        <a14:backgroundMark x1="59625" y1="30667" x2="58875" y2="31556"/>
                        <a14:backgroundMark x1="58500" y1="31111" x2="58625" y2="33333"/>
                        <a14:backgroundMark x1="58625" y1="31111" x2="57125" y2="27778"/>
                        <a14:backgroundMark x1="57625" y1="29333" x2="56875" y2="28444"/>
                        <a14:backgroundMark x1="57250" y1="29778" x2="56750" y2="28222"/>
                        <a14:backgroundMark x1="56875" y1="29333" x2="56500" y2="28000"/>
                        <a14:backgroundMark x1="59125" y1="5778" x2="60125" y2="7111"/>
                        <a14:backgroundMark x1="58000" y1="9778" x2="58125" y2="8889"/>
                        <a14:backgroundMark x1="58500" y1="8667" x2="58125" y2="9333"/>
                        <a14:backgroundMark x1="57750" y1="9111" x2="58750" y2="6889"/>
                        <a14:backgroundMark x1="58625" y1="6667" x2="58250" y2="8222"/>
                        <a14:backgroundMark x1="58625" y1="6444" x2="58625" y2="6000"/>
                        <a14:backgroundMark x1="58125" y1="5778" x2="58000" y2="6889"/>
                        <a14:backgroundMark x1="58250" y1="5778" x2="58375" y2="5556"/>
                        <a14:backgroundMark x1="58125" y1="9333" x2="57625" y2="9778"/>
                        <a14:backgroundMark x1="58000" y1="10444" x2="57500" y2="8889"/>
                        <a14:backgroundMark x1="57500" y1="10000" x2="57375" y2="9333"/>
                        <a14:backgroundMark x1="57500" y1="10667" x2="57750" y2="10889"/>
                        <a14:backgroundMark x1="57625" y1="10889" x2="57375" y2="9333"/>
                        <a14:backgroundMark x1="57125" y1="10222" x2="57250" y2="8889"/>
                        <a14:backgroundMark x1="55500" y1="8444" x2="56500" y2="7778"/>
                        <a14:backgroundMark x1="55625" y1="8444" x2="56125" y2="8889"/>
                        <a14:backgroundMark x1="55625" y1="8444" x2="55250" y2="8444"/>
                        <a14:backgroundMark x1="57500" y1="6000" x2="57500" y2="2667"/>
                        <a14:backgroundMark x1="58875" y1="8000" x2="57375" y2="1778"/>
                        <a14:backgroundMark x1="57875" y1="5111" x2="57750" y2="6444"/>
                        <a14:backgroundMark x1="58000" y1="6000" x2="57125" y2="2667"/>
                        <a14:backgroundMark x1="58000" y1="5778" x2="59750" y2="10444"/>
                        <a14:backgroundMark x1="59750" y1="9556" x2="60000" y2="12667"/>
                      </a14:backgroundRemoval>
                    </a14:imgEffect>
                    <a14:imgEffect>
                      <a14:artisticGlowEdges/>
                    </a14:imgEffect>
                  </a14:imgLayer>
                </a14:imgProps>
              </a:ext>
              <a:ext uri="{28A0092B-C50C-407E-A947-70E740481C1C}">
                <a14:useLocalDpi xmlns:a14="http://schemas.microsoft.com/office/drawing/2010/main" val="0"/>
              </a:ext>
            </a:extLst>
          </a:blip>
          <a:srcRect l="31914" t="1543" r="37057" b="-1"/>
          <a:stretch/>
        </p:blipFill>
        <p:spPr bwMode="auto">
          <a:xfrm rot="13140000" flipV="1">
            <a:off x="210418" y="1460570"/>
            <a:ext cx="768458" cy="13716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Glow-In-The-Dark Demons: Three Newly Discovered Worms Are The Stuff Of  Nightmares | IFLScience">
            <a:extLst>
              <a:ext uri="{FF2B5EF4-FFF2-40B4-BE49-F238E27FC236}">
                <a16:creationId xmlns:a16="http://schemas.microsoft.com/office/drawing/2014/main" id="{8C8F5CF1-19B5-133F-CAFE-337C76FE504C}"/>
              </a:ext>
            </a:extLst>
          </p:cNvPr>
          <p:cNvPicPr>
            <a:picLocks noChangeAspect="1" noChangeArrowheads="1"/>
          </p:cNvPicPr>
          <p:nvPr/>
        </p:nvPicPr>
        <p:blipFill rotWithShape="1">
          <a:blip r:embed="rId2">
            <a:duotone>
              <a:prstClr val="black"/>
              <a:schemeClr val="accent6">
                <a:tint val="45000"/>
                <a:satMod val="400000"/>
              </a:schemeClr>
            </a:duotone>
            <a:extLst>
              <a:ext uri="{BEBA8EAE-BF5A-486C-A8C5-ECC9F3942E4B}">
                <a14:imgProps xmlns:a14="http://schemas.microsoft.com/office/drawing/2010/main">
                  <a14:imgLayer r:embed="rId3">
                    <a14:imgEffect>
                      <a14:backgroundRemoval t="2000" b="96000" l="32000" r="61500">
                        <a14:foregroundMark x1="55500" y1="65111" x2="57750" y2="64444"/>
                        <a14:foregroundMark x1="45625" y1="90222" x2="38375" y2="96000"/>
                        <a14:foregroundMark x1="56471" y1="10806" x2="56915" y2="10661"/>
                        <a14:foregroundMark x1="54889" y1="11321" x2="56135" y2="10915"/>
                        <a14:foregroundMark x1="52125" y1="12222" x2="54444" y2="11466"/>
                        <a14:foregroundMark x1="51682" y1="11111" x2="55437" y2="8660"/>
                        <a14:foregroundMark x1="54681" y1="11694" x2="48802" y2="30976"/>
                        <a14:foregroundMark x1="49875" y1="23556" x2="49032" y2="20734"/>
                        <a14:foregroundMark x1="47182" y1="40667" x2="47125" y2="44444"/>
                        <a14:foregroundMark x1="47266" y1="35060" x2="47188" y2="40223"/>
                        <a14:foregroundMark x1="56170" y1="9967" x2="57101" y2="9679"/>
                        <a14:foregroundMark x1="50824" y1="11620" x2="54606" y2="10450"/>
                        <a14:foregroundMark x1="50071" y1="11853" x2="50404" y2="11750"/>
                        <a14:foregroundMark x1="55948" y1="9672" x2="56861" y2="9544"/>
                        <a14:foregroundMark x1="51117" y1="10351" x2="55108" y2="9790"/>
                        <a14:foregroundMark x1="50477" y1="10441" x2="50714" y2="10408"/>
                        <a14:foregroundMark x1="56826" y1="11992" x2="56800" y2="11942"/>
                        <a14:foregroundMark x1="57355" y1="13004" x2="57044" y2="12408"/>
                        <a14:foregroundMark x1="61125" y1="20222" x2="57368" y2="13030"/>
                        <a14:foregroundMark x1="58500" y1="14667" x2="59625" y2="16667"/>
                        <a14:foregroundMark x1="59625" y1="16889" x2="60711" y2="23071"/>
                        <a14:foregroundMark x1="57343" y1="28889" x2="56782" y2="28889"/>
                        <a14:foregroundMark x1="56676" y1="35475" x2="50727" y2="59581"/>
                        <a14:foregroundMark x1="45321" y1="69468" x2="41000" y2="66222"/>
                        <a14:foregroundMark x1="46483" y1="70341" x2="45663" y2="69725"/>
                        <a14:foregroundMark x1="49875" y1="72889" x2="47772" y2="71309"/>
                        <a14:foregroundMark x1="52500" y1="74000" x2="51250" y2="65111"/>
                        <a14:foregroundMark x1="49875" y1="66000" x2="49697" y2="65894"/>
                        <a14:foregroundMark x1="46447" y1="36574" x2="47000" y2="35111"/>
                        <a14:foregroundMark x1="43384" y1="44667" x2="43552" y2="44222"/>
                        <a14:foregroundMark x1="43007" y1="45663" x2="43384" y2="44667"/>
                        <a14:foregroundMark x1="40435" y1="51530" x2="40402" y2="50849"/>
                        <a14:foregroundMark x1="37375" y1="67333" x2="37420" y2="66723"/>
                        <a14:foregroundMark x1="36738" y1="56425" x2="36640" y2="55581"/>
                        <a14:foregroundMark x1="36952" y1="58274" x2="36753" y2="56553"/>
                        <a14:foregroundMark x1="36544" y1="57395" x2="36516" y2="55942"/>
                        <a14:foregroundMark x1="36570" y1="58734" x2="36548" y2="57579"/>
                        <a14:backgroundMark x1="38375" y1="34444" x2="41250" y2="35556"/>
                        <a14:backgroundMark x1="40625" y1="36889" x2="39000" y2="42667"/>
                        <a14:backgroundMark x1="40375" y1="40667" x2="41750" y2="40444"/>
                        <a14:backgroundMark x1="41000" y1="43111" x2="41625" y2="43333"/>
                        <a14:backgroundMark x1="41750" y1="43111" x2="42875" y2="36444"/>
                        <a14:backgroundMark x1="42500" y1="39778" x2="43250" y2="34889"/>
                        <a14:backgroundMark x1="42500" y1="39556" x2="42375" y2="32889"/>
                        <a14:backgroundMark x1="42875" y1="33778" x2="43250" y2="34444"/>
                        <a14:backgroundMark x1="43250" y1="33556" x2="42000" y2="39556"/>
                        <a14:backgroundMark x1="43875" y1="32222" x2="42250" y2="38889"/>
                        <a14:backgroundMark x1="43000" y1="38000" x2="42375" y2="42000"/>
                        <a14:backgroundMark x1="40750" y1="43778" x2="39875" y2="46000"/>
                        <a14:backgroundMark x1="39750" y1="48667" x2="41875" y2="47111"/>
                        <a14:backgroundMark x1="42125" y1="46889" x2="42125" y2="46889"/>
                        <a14:backgroundMark x1="42250" y1="47333" x2="42250" y2="47333"/>
                        <a14:backgroundMark x1="42000" y1="47778" x2="42000" y2="47778"/>
                        <a14:backgroundMark x1="41875" y1="47778" x2="41875" y2="47778"/>
                        <a14:backgroundMark x1="41875" y1="47778" x2="41875" y2="47778"/>
                        <a14:backgroundMark x1="41750" y1="48000" x2="41750" y2="48000"/>
                        <a14:backgroundMark x1="41500" y1="48222" x2="41500" y2="48222"/>
                        <a14:backgroundMark x1="41750" y1="48444" x2="41750" y2="48444"/>
                        <a14:backgroundMark x1="41875" y1="47556" x2="41875" y2="47556"/>
                        <a14:backgroundMark x1="41750" y1="47778" x2="41250" y2="48000"/>
                        <a14:backgroundMark x1="41625" y1="47556" x2="42000" y2="47556"/>
                        <a14:backgroundMark x1="42250" y1="47333" x2="42250" y2="47333"/>
                        <a14:backgroundMark x1="42500" y1="46889" x2="42500" y2="46889"/>
                        <a14:backgroundMark x1="42750" y1="46889" x2="42750" y2="46889"/>
                        <a14:backgroundMark x1="40750" y1="48444" x2="40750" y2="48444"/>
                        <a14:backgroundMark x1="40000" y1="48667" x2="38875" y2="48889"/>
                        <a14:backgroundMark x1="40625" y1="47333" x2="39250" y2="47333"/>
                        <a14:backgroundMark x1="40375" y1="46444" x2="39750" y2="46444"/>
                        <a14:backgroundMark x1="41625" y1="42667" x2="41625" y2="42667"/>
                        <a14:backgroundMark x1="41750" y1="42667" x2="41750" y2="42667"/>
                        <a14:backgroundMark x1="42250" y1="42667" x2="42250" y2="42667"/>
                        <a14:backgroundMark x1="42125" y1="42889" x2="41125" y2="42889"/>
                        <a14:backgroundMark x1="42500" y1="43778" x2="42500" y2="43778"/>
                        <a14:backgroundMark x1="42500" y1="43778" x2="42375" y2="42667"/>
                        <a14:backgroundMark x1="43250" y1="44444" x2="43375" y2="43778"/>
                        <a14:backgroundMark x1="43875" y1="43333" x2="44250" y2="42222"/>
                        <a14:backgroundMark x1="44375" y1="44667" x2="44375" y2="44667"/>
                        <a14:backgroundMark x1="44250" y1="44222" x2="44250" y2="44222"/>
                        <a14:backgroundMark x1="44000" y1="44222" x2="44000" y2="44222"/>
                        <a14:backgroundMark x1="43750" y1="44000" x2="43750" y2="44000"/>
                        <a14:backgroundMark x1="43375" y1="44222" x2="43375" y2="44222"/>
                        <a14:backgroundMark x1="43375" y1="44667" x2="43375" y2="44667"/>
                        <a14:backgroundMark x1="45375" y1="39778" x2="45375" y2="39778"/>
                        <a14:backgroundMark x1="45000" y1="40667" x2="45000" y2="40667"/>
                        <a14:backgroundMark x1="45000" y1="40667" x2="45000" y2="40667"/>
                        <a14:backgroundMark x1="45000" y1="39111" x2="45000" y2="39111"/>
                        <a14:backgroundMark x1="45000" y1="38444" x2="45000" y2="38444"/>
                        <a14:backgroundMark x1="45000" y1="38444" x2="45000" y2="38444"/>
                        <a14:backgroundMark x1="44625" y1="40222" x2="44500" y2="41333"/>
                        <a14:backgroundMark x1="44625" y1="38889" x2="45000" y2="40444"/>
                        <a14:backgroundMark x1="59250" y1="77778" x2="60375" y2="81778"/>
                        <a14:backgroundMark x1="60875" y1="75778" x2="60875" y2="80000"/>
                        <a14:backgroundMark x1="61375" y1="82222" x2="61500" y2="77778"/>
                        <a14:backgroundMark x1="60875" y1="80667" x2="62000" y2="81556"/>
                        <a14:backgroundMark x1="49750" y1="86222" x2="51000" y2="82889"/>
                        <a14:backgroundMark x1="51125" y1="82667" x2="51125" y2="81556"/>
                        <a14:backgroundMark x1="51625" y1="82000" x2="52625" y2="81333"/>
                        <a14:backgroundMark x1="50875" y1="82000" x2="52250" y2="82222"/>
                        <a14:backgroundMark x1="51375" y1="81556" x2="52500" y2="81556"/>
                        <a14:backgroundMark x1="51375" y1="81333" x2="52250" y2="81556"/>
                        <a14:backgroundMark x1="51375" y1="81333" x2="52250" y2="81556"/>
                        <a14:backgroundMark x1="51375" y1="81333" x2="51125" y2="81333"/>
                        <a14:backgroundMark x1="52125" y1="80667" x2="52125" y2="79556"/>
                        <a14:backgroundMark x1="52000" y1="78889" x2="54500" y2="74000"/>
                        <a14:backgroundMark x1="54375" y1="77556" x2="54750" y2="74000"/>
                        <a14:backgroundMark x1="54875" y1="74444" x2="59000" y2="78000"/>
                        <a14:backgroundMark x1="54500" y1="76444" x2="55250" y2="73333"/>
                        <a14:backgroundMark x1="55250" y1="73333" x2="54625" y2="74889"/>
                        <a14:backgroundMark x1="54750" y1="74889" x2="54625" y2="77111"/>
                        <a14:backgroundMark x1="60500" y1="74222" x2="60875" y2="77778"/>
                        <a14:backgroundMark x1="47375" y1="69333" x2="49375" y2="67111"/>
                        <a14:backgroundMark x1="49875" y1="66444" x2="50250" y2="66222"/>
                        <a14:backgroundMark x1="50125" y1="65333" x2="49875" y2="64000"/>
                        <a14:backgroundMark x1="49875" y1="63333" x2="50125" y2="62444"/>
                        <a14:backgroundMark x1="49750" y1="66667" x2="49750" y2="66000"/>
                        <a14:backgroundMark x1="46125" y1="70889" x2="47000" y2="72222"/>
                        <a14:backgroundMark x1="46000" y1="70667" x2="45750" y2="70667"/>
                        <a14:backgroundMark x1="33750" y1="92444" x2="34500" y2="94222"/>
                        <a14:backgroundMark x1="33875" y1="92889" x2="33500" y2="90444"/>
                        <a14:backgroundMark x1="34375" y1="92667" x2="33875" y2="91111"/>
                        <a14:backgroundMark x1="33875" y1="91333" x2="34750" y2="93111"/>
                        <a14:backgroundMark x1="33875" y1="91333" x2="32875" y2="87556"/>
                        <a14:backgroundMark x1="33250" y1="89111" x2="33000" y2="84889"/>
                        <a14:backgroundMark x1="32875" y1="86000" x2="32375" y2="83778"/>
                        <a14:backgroundMark x1="32250" y1="82222" x2="32500" y2="80889"/>
                        <a14:backgroundMark x1="36125" y1="55778" x2="37500" y2="51778"/>
                        <a14:backgroundMark x1="35750" y1="54222" x2="36875" y2="51111"/>
                        <a14:backgroundMark x1="35625" y1="54444" x2="37250" y2="52222"/>
                        <a14:backgroundMark x1="36500" y1="54444" x2="36500" y2="51556"/>
                        <a14:backgroundMark x1="36125" y1="68000" x2="36500" y2="61333"/>
                        <a14:backgroundMark x1="36250" y1="68222" x2="36750" y2="60222"/>
                        <a14:backgroundMark x1="36625" y1="60222" x2="36500" y2="66667"/>
                        <a14:backgroundMark x1="36750" y1="67778" x2="36625" y2="68667"/>
                        <a14:backgroundMark x1="36750" y1="67556" x2="36500" y2="69111"/>
                        <a14:backgroundMark x1="36625" y1="58667" x2="37625" y2="60889"/>
                        <a14:backgroundMark x1="36375" y1="58444" x2="37000" y2="55111"/>
                        <a14:backgroundMark x1="36875" y1="58667" x2="36750" y2="56000"/>
                        <a14:backgroundMark x1="36500" y1="59333" x2="36500" y2="55111"/>
                        <a14:backgroundMark x1="38000" y1="56889" x2="39625" y2="50889"/>
                        <a14:backgroundMark x1="38250" y1="56000" x2="39375" y2="50000"/>
                        <a14:backgroundMark x1="38000" y1="54667" x2="39000" y2="50222"/>
                        <a14:backgroundMark x1="38750" y1="51333" x2="37750" y2="55778"/>
                        <a14:backgroundMark x1="38125" y1="55556" x2="40125" y2="48667"/>
                        <a14:backgroundMark x1="39375" y1="49333" x2="38500" y2="50000"/>
                        <a14:backgroundMark x1="42875" y1="46222" x2="42750" y2="46889"/>
                        <a14:backgroundMark x1="41625" y1="45111" x2="42250" y2="42667"/>
                        <a14:backgroundMark x1="41500" y1="44667" x2="40750" y2="46444"/>
                        <a14:backgroundMark x1="41625" y1="44000" x2="40750" y2="44667"/>
                        <a14:backgroundMark x1="42250" y1="44000" x2="41000" y2="44667"/>
                        <a14:backgroundMark x1="43750" y1="9556" x2="47375" y2="15778"/>
                        <a14:backgroundMark x1="47500" y1="10222" x2="50375" y2="10000"/>
                        <a14:backgroundMark x1="50125" y1="11111" x2="50125" y2="12000"/>
                        <a14:backgroundMark x1="49875" y1="12889" x2="50000" y2="11556"/>
                        <a14:backgroundMark x1="49875" y1="12222" x2="49375" y2="11556"/>
                        <a14:backgroundMark x1="50500" y1="11333" x2="51250" y2="9778"/>
                        <a14:backgroundMark x1="50000" y1="11333" x2="50625" y2="9778"/>
                        <a14:backgroundMark x1="45500" y1="18000" x2="48000" y2="22222"/>
                        <a14:backgroundMark x1="47250" y1="23556" x2="46750" y2="27778"/>
                        <a14:backgroundMark x1="47625" y1="22889" x2="47250" y2="24222"/>
                        <a14:backgroundMark x1="46125" y1="39111" x2="45750" y2="35556"/>
                        <a14:backgroundMark x1="46125" y1="37333" x2="45625" y2="36444"/>
                        <a14:backgroundMark x1="45375" y1="37333" x2="44750" y2="38444"/>
                        <a14:backgroundMark x1="45875" y1="37333" x2="45500" y2="37778"/>
                        <a14:backgroundMark x1="46125" y1="36000" x2="47250" y2="32444"/>
                        <a14:backgroundMark x1="46875" y1="34222" x2="47250" y2="32667"/>
                        <a14:backgroundMark x1="47250" y1="32444" x2="46375" y2="33556"/>
                        <a14:backgroundMark x1="46625" y1="32444" x2="47250" y2="27778"/>
                        <a14:backgroundMark x1="46750" y1="30444" x2="46625" y2="28222"/>
                        <a14:backgroundMark x1="47250" y1="28444" x2="47625" y2="29556"/>
                        <a14:backgroundMark x1="47625" y1="29333" x2="46625" y2="31111"/>
                        <a14:backgroundMark x1="47500" y1="29556" x2="46375" y2="31333"/>
                        <a14:backgroundMark x1="47250" y1="27556" x2="46375" y2="29556"/>
                        <a14:backgroundMark x1="59375" y1="31333" x2="61750" y2="28222"/>
                        <a14:backgroundMark x1="60375" y1="30444" x2="61250" y2="25556"/>
                        <a14:backgroundMark x1="61375" y1="25778" x2="61500" y2="28222"/>
                        <a14:backgroundMark x1="61625" y1="24222" x2="60875" y2="25778"/>
                        <a14:backgroundMark x1="60250" y1="27556" x2="60000" y2="30889"/>
                        <a14:backgroundMark x1="58375" y1="33556" x2="57625" y2="27111"/>
                        <a14:backgroundMark x1="58000" y1="31333" x2="57750" y2="32444"/>
                        <a14:backgroundMark x1="58125" y1="32667" x2="57875" y2="35778"/>
                        <a14:backgroundMark x1="57875" y1="32667" x2="57750" y2="34889"/>
                        <a14:backgroundMark x1="59625" y1="30667" x2="58875" y2="31556"/>
                        <a14:backgroundMark x1="58500" y1="31111" x2="58625" y2="33333"/>
                        <a14:backgroundMark x1="58625" y1="31111" x2="57125" y2="27778"/>
                        <a14:backgroundMark x1="57625" y1="29333" x2="56875" y2="28444"/>
                        <a14:backgroundMark x1="57250" y1="29778" x2="56750" y2="28222"/>
                        <a14:backgroundMark x1="56875" y1="29333" x2="56500" y2="28000"/>
                        <a14:backgroundMark x1="59125" y1="5778" x2="60125" y2="7111"/>
                        <a14:backgroundMark x1="58000" y1="9778" x2="58125" y2="8889"/>
                        <a14:backgroundMark x1="58500" y1="8667" x2="58125" y2="9333"/>
                        <a14:backgroundMark x1="57750" y1="9111" x2="58750" y2="6889"/>
                        <a14:backgroundMark x1="58625" y1="6667" x2="58250" y2="8222"/>
                        <a14:backgroundMark x1="58625" y1="6444" x2="58625" y2="6000"/>
                        <a14:backgroundMark x1="58125" y1="5778" x2="58000" y2="6889"/>
                        <a14:backgroundMark x1="58250" y1="5778" x2="58375" y2="5556"/>
                        <a14:backgroundMark x1="58125" y1="9333" x2="57625" y2="9778"/>
                        <a14:backgroundMark x1="58000" y1="10444" x2="57500" y2="8889"/>
                        <a14:backgroundMark x1="57500" y1="10000" x2="57375" y2="9333"/>
                        <a14:backgroundMark x1="57500" y1="10667" x2="57750" y2="10889"/>
                        <a14:backgroundMark x1="57625" y1="10889" x2="57375" y2="9333"/>
                        <a14:backgroundMark x1="57125" y1="10222" x2="57250" y2="8889"/>
                        <a14:backgroundMark x1="55500" y1="8444" x2="56500" y2="7778"/>
                        <a14:backgroundMark x1="55625" y1="8444" x2="56125" y2="8889"/>
                        <a14:backgroundMark x1="55625" y1="8444" x2="55250" y2="8444"/>
                        <a14:backgroundMark x1="57500" y1="6000" x2="57500" y2="2667"/>
                        <a14:backgroundMark x1="58875" y1="8000" x2="57375" y2="1778"/>
                        <a14:backgroundMark x1="57875" y1="5111" x2="57750" y2="6444"/>
                        <a14:backgroundMark x1="58000" y1="6000" x2="57125" y2="2667"/>
                        <a14:backgroundMark x1="58000" y1="5778" x2="59750" y2="10444"/>
                        <a14:backgroundMark x1="59750" y1="9556" x2="60000" y2="12667"/>
                      </a14:backgroundRemoval>
                    </a14:imgEffect>
                    <a14:imgEffect>
                      <a14:artisticGlowEdges/>
                    </a14:imgEffect>
                  </a14:imgLayer>
                </a14:imgProps>
              </a:ext>
              <a:ext uri="{28A0092B-C50C-407E-A947-70E740481C1C}">
                <a14:useLocalDpi xmlns:a14="http://schemas.microsoft.com/office/drawing/2010/main" val="0"/>
              </a:ext>
            </a:extLst>
          </a:blip>
          <a:srcRect l="31914" t="1543" r="37057" b="-1"/>
          <a:stretch/>
        </p:blipFill>
        <p:spPr bwMode="auto">
          <a:xfrm rot="13140000" flipV="1">
            <a:off x="1675151" y="88970"/>
            <a:ext cx="768458" cy="13716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Glow-In-The-Dark Demons: Three Newly Discovered Worms Are The Stuff Of  Nightmares | IFLScience">
            <a:extLst>
              <a:ext uri="{FF2B5EF4-FFF2-40B4-BE49-F238E27FC236}">
                <a16:creationId xmlns:a16="http://schemas.microsoft.com/office/drawing/2014/main" id="{197C3BBC-1CAE-5E1C-6994-ED6D61B4B52F}"/>
              </a:ext>
            </a:extLst>
          </p:cNvPr>
          <p:cNvPicPr>
            <a:picLocks noChangeAspect="1" noChangeArrowheads="1"/>
          </p:cNvPicPr>
          <p:nvPr/>
        </p:nvPicPr>
        <p:blipFill rotWithShape="1">
          <a:blip r:embed="rId2">
            <a:duotone>
              <a:prstClr val="black"/>
              <a:schemeClr val="accent3">
                <a:tint val="45000"/>
                <a:satMod val="400000"/>
              </a:schemeClr>
            </a:duotone>
            <a:extLst>
              <a:ext uri="{BEBA8EAE-BF5A-486C-A8C5-ECC9F3942E4B}">
                <a14:imgProps xmlns:a14="http://schemas.microsoft.com/office/drawing/2010/main">
                  <a14:imgLayer r:embed="rId3">
                    <a14:imgEffect>
                      <a14:backgroundRemoval t="2000" b="96000" l="32000" r="61500">
                        <a14:foregroundMark x1="55500" y1="65111" x2="57750" y2="64444"/>
                        <a14:foregroundMark x1="45625" y1="90222" x2="38375" y2="96000"/>
                        <a14:foregroundMark x1="56471" y1="10806" x2="56915" y2="10661"/>
                        <a14:foregroundMark x1="54889" y1="11321" x2="56135" y2="10915"/>
                        <a14:foregroundMark x1="52125" y1="12222" x2="54444" y2="11466"/>
                        <a14:foregroundMark x1="51682" y1="11111" x2="55437" y2="8660"/>
                        <a14:foregroundMark x1="54681" y1="11694" x2="48802" y2="30976"/>
                        <a14:foregroundMark x1="49875" y1="23556" x2="49032" y2="20734"/>
                        <a14:foregroundMark x1="47182" y1="40667" x2="47125" y2="44444"/>
                        <a14:foregroundMark x1="47266" y1="35060" x2="47188" y2="40223"/>
                        <a14:foregroundMark x1="56170" y1="9967" x2="57101" y2="9679"/>
                        <a14:foregroundMark x1="50824" y1="11620" x2="54606" y2="10450"/>
                        <a14:foregroundMark x1="50071" y1="11853" x2="50404" y2="11750"/>
                        <a14:foregroundMark x1="55948" y1="9672" x2="56861" y2="9544"/>
                        <a14:foregroundMark x1="51117" y1="10351" x2="55108" y2="9790"/>
                        <a14:foregroundMark x1="50477" y1="10441" x2="50714" y2="10408"/>
                        <a14:foregroundMark x1="56826" y1="11992" x2="56800" y2="11942"/>
                        <a14:foregroundMark x1="57355" y1="13004" x2="57044" y2="12408"/>
                        <a14:foregroundMark x1="61125" y1="20222" x2="57368" y2="13030"/>
                        <a14:foregroundMark x1="58500" y1="14667" x2="59625" y2="16667"/>
                        <a14:foregroundMark x1="59625" y1="16889" x2="60711" y2="23071"/>
                        <a14:foregroundMark x1="57343" y1="28889" x2="56782" y2="28889"/>
                        <a14:foregroundMark x1="56676" y1="35475" x2="50727" y2="59581"/>
                        <a14:foregroundMark x1="45321" y1="69468" x2="41000" y2="66222"/>
                        <a14:foregroundMark x1="46483" y1="70341" x2="45663" y2="69725"/>
                        <a14:foregroundMark x1="49875" y1="72889" x2="47772" y2="71309"/>
                        <a14:foregroundMark x1="52500" y1="74000" x2="51250" y2="65111"/>
                        <a14:foregroundMark x1="49875" y1="66000" x2="49697" y2="65894"/>
                        <a14:foregroundMark x1="46447" y1="36574" x2="47000" y2="35111"/>
                        <a14:foregroundMark x1="43384" y1="44667" x2="43552" y2="44222"/>
                        <a14:foregroundMark x1="43007" y1="45663" x2="43384" y2="44667"/>
                        <a14:foregroundMark x1="40435" y1="51530" x2="40402" y2="50849"/>
                        <a14:foregroundMark x1="37375" y1="67333" x2="37420" y2="66723"/>
                        <a14:foregroundMark x1="36738" y1="56425" x2="36640" y2="55581"/>
                        <a14:foregroundMark x1="36952" y1="58274" x2="36753" y2="56553"/>
                        <a14:foregroundMark x1="36544" y1="57395" x2="36516" y2="55942"/>
                        <a14:foregroundMark x1="36570" y1="58734" x2="36548" y2="57579"/>
                        <a14:backgroundMark x1="38375" y1="34444" x2="41250" y2="35556"/>
                        <a14:backgroundMark x1="40625" y1="36889" x2="39000" y2="42667"/>
                        <a14:backgroundMark x1="40375" y1="40667" x2="41750" y2="40444"/>
                        <a14:backgroundMark x1="41000" y1="43111" x2="41625" y2="43333"/>
                        <a14:backgroundMark x1="41750" y1="43111" x2="42875" y2="36444"/>
                        <a14:backgroundMark x1="42500" y1="39778" x2="43250" y2="34889"/>
                        <a14:backgroundMark x1="42500" y1="39556" x2="42375" y2="32889"/>
                        <a14:backgroundMark x1="42875" y1="33778" x2="43250" y2="34444"/>
                        <a14:backgroundMark x1="43250" y1="33556" x2="42000" y2="39556"/>
                        <a14:backgroundMark x1="43875" y1="32222" x2="42250" y2="38889"/>
                        <a14:backgroundMark x1="43000" y1="38000" x2="42375" y2="42000"/>
                        <a14:backgroundMark x1="40750" y1="43778" x2="39875" y2="46000"/>
                        <a14:backgroundMark x1="39750" y1="48667" x2="41875" y2="47111"/>
                        <a14:backgroundMark x1="42125" y1="46889" x2="42125" y2="46889"/>
                        <a14:backgroundMark x1="42250" y1="47333" x2="42250" y2="47333"/>
                        <a14:backgroundMark x1="42000" y1="47778" x2="42000" y2="47778"/>
                        <a14:backgroundMark x1="41875" y1="47778" x2="41875" y2="47778"/>
                        <a14:backgroundMark x1="41875" y1="47778" x2="41875" y2="47778"/>
                        <a14:backgroundMark x1="41750" y1="48000" x2="41750" y2="48000"/>
                        <a14:backgroundMark x1="41500" y1="48222" x2="41500" y2="48222"/>
                        <a14:backgroundMark x1="41750" y1="48444" x2="41750" y2="48444"/>
                        <a14:backgroundMark x1="41875" y1="47556" x2="41875" y2="47556"/>
                        <a14:backgroundMark x1="41750" y1="47778" x2="41250" y2="48000"/>
                        <a14:backgroundMark x1="41625" y1="47556" x2="42000" y2="47556"/>
                        <a14:backgroundMark x1="42250" y1="47333" x2="42250" y2="47333"/>
                        <a14:backgroundMark x1="42500" y1="46889" x2="42500" y2="46889"/>
                        <a14:backgroundMark x1="42750" y1="46889" x2="42750" y2="46889"/>
                        <a14:backgroundMark x1="40750" y1="48444" x2="40750" y2="48444"/>
                        <a14:backgroundMark x1="40000" y1="48667" x2="38875" y2="48889"/>
                        <a14:backgroundMark x1="40625" y1="47333" x2="39250" y2="47333"/>
                        <a14:backgroundMark x1="40375" y1="46444" x2="39750" y2="46444"/>
                        <a14:backgroundMark x1="41625" y1="42667" x2="41625" y2="42667"/>
                        <a14:backgroundMark x1="41750" y1="42667" x2="41750" y2="42667"/>
                        <a14:backgroundMark x1="42250" y1="42667" x2="42250" y2="42667"/>
                        <a14:backgroundMark x1="42125" y1="42889" x2="41125" y2="42889"/>
                        <a14:backgroundMark x1="42500" y1="43778" x2="42500" y2="43778"/>
                        <a14:backgroundMark x1="42500" y1="43778" x2="42375" y2="42667"/>
                        <a14:backgroundMark x1="43250" y1="44444" x2="43375" y2="43778"/>
                        <a14:backgroundMark x1="43875" y1="43333" x2="44250" y2="42222"/>
                        <a14:backgroundMark x1="44375" y1="44667" x2="44375" y2="44667"/>
                        <a14:backgroundMark x1="44250" y1="44222" x2="44250" y2="44222"/>
                        <a14:backgroundMark x1="44000" y1="44222" x2="44000" y2="44222"/>
                        <a14:backgroundMark x1="43750" y1="44000" x2="43750" y2="44000"/>
                        <a14:backgroundMark x1="43375" y1="44222" x2="43375" y2="44222"/>
                        <a14:backgroundMark x1="43375" y1="44667" x2="43375" y2="44667"/>
                        <a14:backgroundMark x1="45375" y1="39778" x2="45375" y2="39778"/>
                        <a14:backgroundMark x1="45000" y1="40667" x2="45000" y2="40667"/>
                        <a14:backgroundMark x1="45000" y1="40667" x2="45000" y2="40667"/>
                        <a14:backgroundMark x1="45000" y1="39111" x2="45000" y2="39111"/>
                        <a14:backgroundMark x1="45000" y1="38444" x2="45000" y2="38444"/>
                        <a14:backgroundMark x1="45000" y1="38444" x2="45000" y2="38444"/>
                        <a14:backgroundMark x1="44625" y1="40222" x2="44500" y2="41333"/>
                        <a14:backgroundMark x1="44625" y1="38889" x2="45000" y2="40444"/>
                        <a14:backgroundMark x1="59250" y1="77778" x2="60375" y2="81778"/>
                        <a14:backgroundMark x1="60875" y1="75778" x2="60875" y2="80000"/>
                        <a14:backgroundMark x1="61375" y1="82222" x2="61500" y2="77778"/>
                        <a14:backgroundMark x1="60875" y1="80667" x2="62000" y2="81556"/>
                        <a14:backgroundMark x1="49750" y1="86222" x2="51000" y2="82889"/>
                        <a14:backgroundMark x1="51125" y1="82667" x2="51125" y2="81556"/>
                        <a14:backgroundMark x1="51625" y1="82000" x2="52625" y2="81333"/>
                        <a14:backgroundMark x1="50875" y1="82000" x2="52250" y2="82222"/>
                        <a14:backgroundMark x1="51375" y1="81556" x2="52500" y2="81556"/>
                        <a14:backgroundMark x1="51375" y1="81333" x2="52250" y2="81556"/>
                        <a14:backgroundMark x1="51375" y1="81333" x2="52250" y2="81556"/>
                        <a14:backgroundMark x1="51375" y1="81333" x2="51125" y2="81333"/>
                        <a14:backgroundMark x1="52125" y1="80667" x2="52125" y2="79556"/>
                        <a14:backgroundMark x1="52000" y1="78889" x2="54500" y2="74000"/>
                        <a14:backgroundMark x1="54375" y1="77556" x2="54750" y2="74000"/>
                        <a14:backgroundMark x1="54875" y1="74444" x2="59000" y2="78000"/>
                        <a14:backgroundMark x1="54500" y1="76444" x2="55250" y2="73333"/>
                        <a14:backgroundMark x1="55250" y1="73333" x2="54625" y2="74889"/>
                        <a14:backgroundMark x1="54750" y1="74889" x2="54625" y2="77111"/>
                        <a14:backgroundMark x1="60500" y1="74222" x2="60875" y2="77778"/>
                        <a14:backgroundMark x1="47375" y1="69333" x2="49375" y2="67111"/>
                        <a14:backgroundMark x1="49875" y1="66444" x2="50250" y2="66222"/>
                        <a14:backgroundMark x1="50125" y1="65333" x2="49875" y2="64000"/>
                        <a14:backgroundMark x1="49875" y1="63333" x2="50125" y2="62444"/>
                        <a14:backgroundMark x1="49750" y1="66667" x2="49750" y2="66000"/>
                        <a14:backgroundMark x1="46125" y1="70889" x2="47000" y2="72222"/>
                        <a14:backgroundMark x1="46000" y1="70667" x2="45750" y2="70667"/>
                        <a14:backgroundMark x1="33750" y1="92444" x2="34500" y2="94222"/>
                        <a14:backgroundMark x1="33875" y1="92889" x2="33500" y2="90444"/>
                        <a14:backgroundMark x1="34375" y1="92667" x2="33875" y2="91111"/>
                        <a14:backgroundMark x1="33875" y1="91333" x2="34750" y2="93111"/>
                        <a14:backgroundMark x1="33875" y1="91333" x2="32875" y2="87556"/>
                        <a14:backgroundMark x1="33250" y1="89111" x2="33000" y2="84889"/>
                        <a14:backgroundMark x1="32875" y1="86000" x2="32375" y2="83778"/>
                        <a14:backgroundMark x1="32250" y1="82222" x2="32500" y2="80889"/>
                        <a14:backgroundMark x1="36125" y1="55778" x2="37500" y2="51778"/>
                        <a14:backgroundMark x1="35750" y1="54222" x2="36875" y2="51111"/>
                        <a14:backgroundMark x1="35625" y1="54444" x2="37250" y2="52222"/>
                        <a14:backgroundMark x1="36500" y1="54444" x2="36500" y2="51556"/>
                        <a14:backgroundMark x1="36125" y1="68000" x2="36500" y2="61333"/>
                        <a14:backgroundMark x1="36250" y1="68222" x2="36750" y2="60222"/>
                        <a14:backgroundMark x1="36625" y1="60222" x2="36500" y2="66667"/>
                        <a14:backgroundMark x1="36750" y1="67778" x2="36625" y2="68667"/>
                        <a14:backgroundMark x1="36750" y1="67556" x2="36500" y2="69111"/>
                        <a14:backgroundMark x1="36625" y1="58667" x2="37625" y2="60889"/>
                        <a14:backgroundMark x1="36375" y1="58444" x2="37000" y2="55111"/>
                        <a14:backgroundMark x1="36875" y1="58667" x2="36750" y2="56000"/>
                        <a14:backgroundMark x1="36500" y1="59333" x2="36500" y2="55111"/>
                        <a14:backgroundMark x1="38000" y1="56889" x2="39625" y2="50889"/>
                        <a14:backgroundMark x1="38250" y1="56000" x2="39375" y2="50000"/>
                        <a14:backgroundMark x1="38000" y1="54667" x2="39000" y2="50222"/>
                        <a14:backgroundMark x1="38750" y1="51333" x2="37750" y2="55778"/>
                        <a14:backgroundMark x1="38125" y1="55556" x2="40125" y2="48667"/>
                        <a14:backgroundMark x1="39375" y1="49333" x2="38500" y2="50000"/>
                        <a14:backgroundMark x1="42875" y1="46222" x2="42750" y2="46889"/>
                        <a14:backgroundMark x1="41625" y1="45111" x2="42250" y2="42667"/>
                        <a14:backgroundMark x1="41500" y1="44667" x2="40750" y2="46444"/>
                        <a14:backgroundMark x1="41625" y1="44000" x2="40750" y2="44667"/>
                        <a14:backgroundMark x1="42250" y1="44000" x2="41000" y2="44667"/>
                        <a14:backgroundMark x1="43750" y1="9556" x2="47375" y2="15778"/>
                        <a14:backgroundMark x1="47500" y1="10222" x2="50375" y2="10000"/>
                        <a14:backgroundMark x1="50125" y1="11111" x2="50125" y2="12000"/>
                        <a14:backgroundMark x1="49875" y1="12889" x2="50000" y2="11556"/>
                        <a14:backgroundMark x1="49875" y1="12222" x2="49375" y2="11556"/>
                        <a14:backgroundMark x1="50500" y1="11333" x2="51250" y2="9778"/>
                        <a14:backgroundMark x1="50000" y1="11333" x2="50625" y2="9778"/>
                        <a14:backgroundMark x1="45500" y1="18000" x2="48000" y2="22222"/>
                        <a14:backgroundMark x1="47250" y1="23556" x2="46750" y2="27778"/>
                        <a14:backgroundMark x1="47625" y1="22889" x2="47250" y2="24222"/>
                        <a14:backgroundMark x1="46125" y1="39111" x2="45750" y2="35556"/>
                        <a14:backgroundMark x1="46125" y1="37333" x2="45625" y2="36444"/>
                        <a14:backgroundMark x1="45375" y1="37333" x2="44750" y2="38444"/>
                        <a14:backgroundMark x1="45875" y1="37333" x2="45500" y2="37778"/>
                        <a14:backgroundMark x1="46125" y1="36000" x2="47250" y2="32444"/>
                        <a14:backgroundMark x1="46875" y1="34222" x2="47250" y2="32667"/>
                        <a14:backgroundMark x1="47250" y1="32444" x2="46375" y2="33556"/>
                        <a14:backgroundMark x1="46625" y1="32444" x2="47250" y2="27778"/>
                        <a14:backgroundMark x1="46750" y1="30444" x2="46625" y2="28222"/>
                        <a14:backgroundMark x1="47250" y1="28444" x2="47625" y2="29556"/>
                        <a14:backgroundMark x1="47625" y1="29333" x2="46625" y2="31111"/>
                        <a14:backgroundMark x1="47500" y1="29556" x2="46375" y2="31333"/>
                        <a14:backgroundMark x1="47250" y1="27556" x2="46375" y2="29556"/>
                        <a14:backgroundMark x1="59375" y1="31333" x2="61750" y2="28222"/>
                        <a14:backgroundMark x1="60375" y1="30444" x2="61250" y2="25556"/>
                        <a14:backgroundMark x1="61375" y1="25778" x2="61500" y2="28222"/>
                        <a14:backgroundMark x1="61625" y1="24222" x2="60875" y2="25778"/>
                        <a14:backgroundMark x1="60250" y1="27556" x2="60000" y2="30889"/>
                        <a14:backgroundMark x1="58375" y1="33556" x2="57625" y2="27111"/>
                        <a14:backgroundMark x1="58000" y1="31333" x2="57750" y2="32444"/>
                        <a14:backgroundMark x1="58125" y1="32667" x2="57875" y2="35778"/>
                        <a14:backgroundMark x1="57875" y1="32667" x2="57750" y2="34889"/>
                        <a14:backgroundMark x1="59625" y1="30667" x2="58875" y2="31556"/>
                        <a14:backgroundMark x1="58500" y1="31111" x2="58625" y2="33333"/>
                        <a14:backgroundMark x1="58625" y1="31111" x2="57125" y2="27778"/>
                        <a14:backgroundMark x1="57625" y1="29333" x2="56875" y2="28444"/>
                        <a14:backgroundMark x1="57250" y1="29778" x2="56750" y2="28222"/>
                        <a14:backgroundMark x1="56875" y1="29333" x2="56500" y2="28000"/>
                        <a14:backgroundMark x1="59125" y1="5778" x2="60125" y2="7111"/>
                        <a14:backgroundMark x1="58000" y1="9778" x2="58125" y2="8889"/>
                        <a14:backgroundMark x1="58500" y1="8667" x2="58125" y2="9333"/>
                        <a14:backgroundMark x1="57750" y1="9111" x2="58750" y2="6889"/>
                        <a14:backgroundMark x1="58625" y1="6667" x2="58250" y2="8222"/>
                        <a14:backgroundMark x1="58625" y1="6444" x2="58625" y2="6000"/>
                        <a14:backgroundMark x1="58125" y1="5778" x2="58000" y2="6889"/>
                        <a14:backgroundMark x1="58250" y1="5778" x2="58375" y2="5556"/>
                        <a14:backgroundMark x1="58125" y1="9333" x2="57625" y2="9778"/>
                        <a14:backgroundMark x1="58000" y1="10444" x2="57500" y2="8889"/>
                        <a14:backgroundMark x1="57500" y1="10000" x2="57375" y2="9333"/>
                        <a14:backgroundMark x1="57500" y1="10667" x2="57750" y2="10889"/>
                        <a14:backgroundMark x1="57625" y1="10889" x2="57375" y2="9333"/>
                        <a14:backgroundMark x1="57125" y1="10222" x2="57250" y2="8889"/>
                        <a14:backgroundMark x1="55500" y1="8444" x2="56500" y2="7778"/>
                        <a14:backgroundMark x1="55625" y1="8444" x2="56125" y2="8889"/>
                        <a14:backgroundMark x1="55625" y1="8444" x2="55250" y2="8444"/>
                        <a14:backgroundMark x1="57500" y1="6000" x2="57500" y2="2667"/>
                        <a14:backgroundMark x1="58875" y1="8000" x2="57375" y2="1778"/>
                        <a14:backgroundMark x1="57875" y1="5111" x2="57750" y2="6444"/>
                        <a14:backgroundMark x1="58000" y1="6000" x2="57125" y2="2667"/>
                        <a14:backgroundMark x1="58000" y1="5778" x2="59750" y2="10444"/>
                        <a14:backgroundMark x1="59750" y1="9556" x2="60000" y2="12667"/>
                      </a14:backgroundRemoval>
                    </a14:imgEffect>
                    <a14:imgEffect>
                      <a14:artisticGlowEdges/>
                    </a14:imgEffect>
                  </a14:imgLayer>
                </a14:imgProps>
              </a:ext>
              <a:ext uri="{28A0092B-C50C-407E-A947-70E740481C1C}">
                <a14:useLocalDpi xmlns:a14="http://schemas.microsoft.com/office/drawing/2010/main" val="0"/>
              </a:ext>
            </a:extLst>
          </a:blip>
          <a:srcRect l="31914" t="1543" r="37057" b="-1"/>
          <a:stretch/>
        </p:blipFill>
        <p:spPr bwMode="auto">
          <a:xfrm rot="13140000" flipV="1">
            <a:off x="1402355" y="1588847"/>
            <a:ext cx="768458" cy="137160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A screenshot of a computer&#10;&#10;Description automatically generated">
            <a:extLst>
              <a:ext uri="{FF2B5EF4-FFF2-40B4-BE49-F238E27FC236}">
                <a16:creationId xmlns:a16="http://schemas.microsoft.com/office/drawing/2014/main" id="{FD92B607-0C87-A28E-2CA8-E39E58C83BA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36835" y="-1"/>
            <a:ext cx="3592286" cy="5029200"/>
          </a:xfrm>
          <a:prstGeom prst="rect">
            <a:avLst/>
          </a:prstGeom>
        </p:spPr>
      </p:pic>
    </p:spTree>
    <p:extLst>
      <p:ext uri="{BB962C8B-B14F-4D97-AF65-F5344CB8AC3E}">
        <p14:creationId xmlns:p14="http://schemas.microsoft.com/office/powerpoint/2010/main" val="12102040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0BDC201-2D56-735B-E238-D9C3F267AB8E}"/>
              </a:ext>
            </a:extLst>
          </p:cNvPr>
          <p:cNvPicPr>
            <a:picLocks noChangeAspect="1"/>
          </p:cNvPicPr>
          <p:nvPr/>
        </p:nvPicPr>
        <p:blipFill>
          <a:blip r:embed="rId2">
            <a:extLst>
              <a:ext uri="{BEBA8EAE-BF5A-486C-A8C5-ECC9F3942E4B}">
                <a14:imgProps xmlns:a14="http://schemas.microsoft.com/office/drawing/2010/main">
                  <a14:imgLayer r:embed="rId3">
                    <a14:imgEffect>
                      <a14:artisticCutout/>
                    </a14:imgEffect>
                  </a14:imgLayer>
                </a14:imgProps>
              </a:ext>
            </a:extLst>
          </a:blip>
          <a:stretch>
            <a:fillRect/>
          </a:stretch>
        </p:blipFill>
        <p:spPr>
          <a:xfrm>
            <a:off x="610595" y="465404"/>
            <a:ext cx="6603005" cy="4157396"/>
          </a:xfrm>
          <a:prstGeom prst="rect">
            <a:avLst/>
          </a:prstGeom>
          <a:ln>
            <a:noFill/>
          </a:ln>
          <a:effectLst>
            <a:softEdge rad="112500"/>
          </a:effectLst>
        </p:spPr>
      </p:pic>
      <p:pic>
        <p:nvPicPr>
          <p:cNvPr id="9" name="Picture 8" descr="A black background with a black square&#10;&#10;Description automatically generated with medium confidence">
            <a:extLst>
              <a:ext uri="{FF2B5EF4-FFF2-40B4-BE49-F238E27FC236}">
                <a16:creationId xmlns:a16="http://schemas.microsoft.com/office/drawing/2014/main" id="{AE51A6A8-64C0-DA03-8535-4EA2549086F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5400000">
            <a:off x="1434106" y="-1434103"/>
            <a:ext cx="5029201" cy="7897410"/>
          </a:xfrm>
          <a:prstGeom prst="rect">
            <a:avLst/>
          </a:prstGeom>
        </p:spPr>
      </p:pic>
      <p:sp>
        <p:nvSpPr>
          <p:cNvPr id="10" name="TextBox 9">
            <a:extLst>
              <a:ext uri="{FF2B5EF4-FFF2-40B4-BE49-F238E27FC236}">
                <a16:creationId xmlns:a16="http://schemas.microsoft.com/office/drawing/2014/main" id="{32C46843-CEEA-B10A-A9E8-E9B5BA837A27}"/>
              </a:ext>
            </a:extLst>
          </p:cNvPr>
          <p:cNvSpPr txBox="1"/>
          <p:nvPr/>
        </p:nvSpPr>
        <p:spPr>
          <a:xfrm rot="5400000">
            <a:off x="5552019" y="2237603"/>
            <a:ext cx="3886764" cy="553998"/>
          </a:xfrm>
          <a:prstGeom prst="rect">
            <a:avLst/>
          </a:prstGeom>
          <a:noFill/>
        </p:spPr>
        <p:txBody>
          <a:bodyPr wrap="square" rtlCol="0">
            <a:spAutoFit/>
          </a:bodyPr>
          <a:lstStyle/>
          <a:p>
            <a:r>
              <a:rPr lang="en-US" sz="3000" dirty="0" err="1">
                <a:latin typeface="Lucida Calligraphy" panose="03010101010101010101" pitchFamily="66" charset="0"/>
                <a:cs typeface="Vijaya" panose="020B0502040204020203" pitchFamily="18" charset="0"/>
              </a:rPr>
              <a:t>Skinsplinter</a:t>
            </a:r>
            <a:r>
              <a:rPr lang="en-US" sz="3000" dirty="0">
                <a:latin typeface="Lucida Calligraphy" panose="03010101010101010101" pitchFamily="66" charset="0"/>
                <a:cs typeface="Vijaya" panose="020B0502040204020203" pitchFamily="18" charset="0"/>
              </a:rPr>
              <a:t> Vines</a:t>
            </a:r>
          </a:p>
        </p:txBody>
      </p:sp>
      <p:sp>
        <p:nvSpPr>
          <p:cNvPr id="11" name="TextBox 10">
            <a:extLst>
              <a:ext uri="{FF2B5EF4-FFF2-40B4-BE49-F238E27FC236}">
                <a16:creationId xmlns:a16="http://schemas.microsoft.com/office/drawing/2014/main" id="{4AD40675-2F2D-B586-8708-1AA4804ECEC8}"/>
              </a:ext>
            </a:extLst>
          </p:cNvPr>
          <p:cNvSpPr txBox="1"/>
          <p:nvPr/>
        </p:nvSpPr>
        <p:spPr>
          <a:xfrm rot="5400000">
            <a:off x="1591546" y="3964047"/>
            <a:ext cx="4534179" cy="7273530"/>
          </a:xfrm>
          <a:prstGeom prst="rect">
            <a:avLst/>
          </a:prstGeom>
          <a:noFill/>
        </p:spPr>
        <p:txBody>
          <a:bodyPr wrap="square" rtlCol="0">
            <a:spAutoFit/>
          </a:bodyPr>
          <a:lstStyle/>
          <a:p>
            <a:pPr algn="just">
              <a:lnSpc>
                <a:spcPct val="130000"/>
              </a:lnSpc>
            </a:pPr>
            <a:r>
              <a:rPr lang="en-US" dirty="0">
                <a:latin typeface="Lucida Calligraphy" panose="03010101010101010101" pitchFamily="66" charset="0"/>
                <a:cs typeface="Vijaya" panose="020B0502040204020203" pitchFamily="18" charset="0"/>
              </a:rPr>
              <a:t>“Come united light, shine on sanguine ripples, lay bare my enemies’ bones,” reads a cursed verse stolen from the tomes of Elven blood mages. It is an apt description of </a:t>
            </a:r>
            <a:r>
              <a:rPr lang="en-US" dirty="0" err="1">
                <a:latin typeface="Lucida Calligraphy" panose="03010101010101010101" pitchFamily="66" charset="0"/>
                <a:cs typeface="Vijaya" panose="020B0502040204020203" pitchFamily="18" charset="0"/>
              </a:rPr>
              <a:t>Skinsplinter</a:t>
            </a:r>
            <a:r>
              <a:rPr lang="en-US" dirty="0">
                <a:latin typeface="Lucida Calligraphy" panose="03010101010101010101" pitchFamily="66" charset="0"/>
                <a:cs typeface="Vijaya" panose="020B0502040204020203" pitchFamily="18" charset="0"/>
              </a:rPr>
              <a:t> vines. Our enemies created these vicious constructs to rend the flesh from the armies of my people, and to “liberate” the villages of our slaves. In all my correspondence I have heard said that only the servile spiritualists possess the ability to gentle these verdant horrors. Though fire and blight have also proven effective in times of war. Mercifully, </a:t>
            </a:r>
            <a:r>
              <a:rPr lang="en-US" dirty="0" err="1">
                <a:latin typeface="Lucida Calligraphy" panose="03010101010101010101" pitchFamily="66" charset="0"/>
                <a:cs typeface="Vijaya" panose="020B0502040204020203" pitchFamily="18" charset="0"/>
              </a:rPr>
              <a:t>Skinsplinter</a:t>
            </a:r>
            <a:r>
              <a:rPr lang="en-US" dirty="0">
                <a:latin typeface="Lucida Calligraphy" panose="03010101010101010101" pitchFamily="66" charset="0"/>
                <a:cs typeface="Vijaya" panose="020B0502040204020203" pitchFamily="18" charset="0"/>
              </a:rPr>
              <a:t> seeds are magically inert unless watered with the blood of a Shay-</a:t>
            </a:r>
            <a:r>
              <a:rPr lang="en-US" dirty="0" err="1">
                <a:latin typeface="Lucida Calligraphy" panose="03010101010101010101" pitchFamily="66" charset="0"/>
                <a:cs typeface="Vijaya" panose="020B0502040204020203" pitchFamily="18" charset="0"/>
              </a:rPr>
              <a:t>Luuq</a:t>
            </a:r>
            <a:r>
              <a:rPr lang="en-US" dirty="0">
                <a:latin typeface="Lucida Calligraphy" panose="03010101010101010101" pitchFamily="66" charset="0"/>
                <a:cs typeface="Vijaya" panose="020B0502040204020203" pitchFamily="18" charset="0"/>
              </a:rPr>
              <a:t>, a kind as rare as they are dangerous.</a:t>
            </a:r>
          </a:p>
        </p:txBody>
      </p:sp>
    </p:spTree>
    <p:extLst>
      <p:ext uri="{BB962C8B-B14F-4D97-AF65-F5344CB8AC3E}">
        <p14:creationId xmlns:p14="http://schemas.microsoft.com/office/powerpoint/2010/main" val="3769976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7E4FC4B9-332D-9CF9-95E3-8C16F1C061A3}"/>
              </a:ext>
            </a:extLst>
          </p:cNvPr>
          <p:cNvPicPr>
            <a:picLocks noChangeAspect="1"/>
          </p:cNvPicPr>
          <p:nvPr/>
        </p:nvPicPr>
        <p:blipFill>
          <a:blip r:embed="rId2">
            <a:extLst>
              <a:ext uri="{BEBA8EAE-BF5A-486C-A8C5-ECC9F3942E4B}">
                <a14:imgProps xmlns:a14="http://schemas.microsoft.com/office/drawing/2010/main">
                  <a14:imgLayer r:embed="rId3">
                    <a14:imgEffect>
                      <a14:artisticCutout/>
                    </a14:imgEffect>
                  </a14:imgLayer>
                </a14:imgProps>
              </a:ext>
            </a:extLst>
          </a:blip>
          <a:stretch>
            <a:fillRect/>
          </a:stretch>
        </p:blipFill>
        <p:spPr>
          <a:xfrm>
            <a:off x="627605" y="484947"/>
            <a:ext cx="6642201" cy="4175453"/>
          </a:xfrm>
          <a:prstGeom prst="rect">
            <a:avLst/>
          </a:prstGeom>
        </p:spPr>
      </p:pic>
      <p:pic>
        <p:nvPicPr>
          <p:cNvPr id="9" name="Picture 8" descr="A black background with a black square&#10;&#10;Description automatically generated with medium confidence">
            <a:extLst>
              <a:ext uri="{FF2B5EF4-FFF2-40B4-BE49-F238E27FC236}">
                <a16:creationId xmlns:a16="http://schemas.microsoft.com/office/drawing/2014/main" id="{AE51A6A8-64C0-DA03-8535-4EA2549086F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5400000">
            <a:off x="1434106" y="-1434103"/>
            <a:ext cx="5029201" cy="7897410"/>
          </a:xfrm>
          <a:prstGeom prst="rect">
            <a:avLst/>
          </a:prstGeom>
        </p:spPr>
      </p:pic>
      <p:sp>
        <p:nvSpPr>
          <p:cNvPr id="10" name="TextBox 9">
            <a:extLst>
              <a:ext uri="{FF2B5EF4-FFF2-40B4-BE49-F238E27FC236}">
                <a16:creationId xmlns:a16="http://schemas.microsoft.com/office/drawing/2014/main" id="{32C46843-CEEA-B10A-A9E8-E9B5BA837A27}"/>
              </a:ext>
            </a:extLst>
          </p:cNvPr>
          <p:cNvSpPr txBox="1"/>
          <p:nvPr/>
        </p:nvSpPr>
        <p:spPr>
          <a:xfrm rot="5400000">
            <a:off x="6100853" y="2237603"/>
            <a:ext cx="2718080" cy="553998"/>
          </a:xfrm>
          <a:prstGeom prst="rect">
            <a:avLst/>
          </a:prstGeom>
          <a:noFill/>
        </p:spPr>
        <p:txBody>
          <a:bodyPr wrap="square" rtlCol="0">
            <a:spAutoFit/>
          </a:bodyPr>
          <a:lstStyle/>
          <a:p>
            <a:r>
              <a:rPr lang="en-US" sz="3000" dirty="0">
                <a:latin typeface="Lucida Calligraphy" panose="03010101010101010101" pitchFamily="66" charset="0"/>
                <a:cs typeface="Vijaya" panose="020B0502040204020203" pitchFamily="18" charset="0"/>
              </a:rPr>
              <a:t>Lurid Worm</a:t>
            </a:r>
          </a:p>
        </p:txBody>
      </p:sp>
      <p:sp>
        <p:nvSpPr>
          <p:cNvPr id="14" name="TextBox 13">
            <a:extLst>
              <a:ext uri="{FF2B5EF4-FFF2-40B4-BE49-F238E27FC236}">
                <a16:creationId xmlns:a16="http://schemas.microsoft.com/office/drawing/2014/main" id="{CA591A41-C1EF-03BD-56A6-5B71B7B7AE54}"/>
              </a:ext>
            </a:extLst>
          </p:cNvPr>
          <p:cNvSpPr txBox="1"/>
          <p:nvPr/>
        </p:nvSpPr>
        <p:spPr>
          <a:xfrm rot="5400000">
            <a:off x="1591546" y="3964053"/>
            <a:ext cx="4534179" cy="7273530"/>
          </a:xfrm>
          <a:prstGeom prst="rect">
            <a:avLst/>
          </a:prstGeom>
          <a:noFill/>
        </p:spPr>
        <p:txBody>
          <a:bodyPr wrap="square" rtlCol="0">
            <a:spAutoFit/>
          </a:bodyPr>
          <a:lstStyle/>
          <a:p>
            <a:pPr algn="just">
              <a:lnSpc>
                <a:spcPct val="130000"/>
              </a:lnSpc>
            </a:pPr>
            <a:r>
              <a:rPr lang="en-US" dirty="0">
                <a:latin typeface="Lucida Calligraphy" panose="03010101010101010101" pitchFamily="66" charset="0"/>
                <a:cs typeface="Vijaya" panose="020B0502040204020203" pitchFamily="18" charset="0"/>
              </a:rPr>
              <a:t>Despite its rather… colloquial, name, these sinister creatures are responsible for the death and digestion of many an adventurous Mer. Endemic to the deep caves and culverts which interweave beneath the Floes and alpine lakes, their usual strategy is to mesmerize prey using a glowing lure before dropping down and burrowing through their skull. While an individual worm is hardly a threat, they live in colonies, and so together they demonstrate surprising levels of tactical awareness. Once slain, their slime is a valuable magical component, and so our explorers’ guilds still routinely loose teams to these worms every year.</a:t>
            </a:r>
          </a:p>
        </p:txBody>
      </p:sp>
    </p:spTree>
    <p:extLst>
      <p:ext uri="{BB962C8B-B14F-4D97-AF65-F5344CB8AC3E}">
        <p14:creationId xmlns:p14="http://schemas.microsoft.com/office/powerpoint/2010/main" val="34343281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E4C39180-3973-71B3-B403-4AB7C48182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1851041" y="-719157"/>
            <a:ext cx="4202115" cy="6532604"/>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9" name="Picture 8" descr="A black background with a black square&#10;&#10;Description automatically generated with medium confidence">
            <a:extLst>
              <a:ext uri="{FF2B5EF4-FFF2-40B4-BE49-F238E27FC236}">
                <a16:creationId xmlns:a16="http://schemas.microsoft.com/office/drawing/2014/main" id="{AE51A6A8-64C0-DA03-8535-4EA2549086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1434106" y="-1434103"/>
            <a:ext cx="5029201" cy="7897410"/>
          </a:xfrm>
          <a:prstGeom prst="rect">
            <a:avLst/>
          </a:prstGeom>
        </p:spPr>
      </p:pic>
      <p:sp>
        <p:nvSpPr>
          <p:cNvPr id="10" name="TextBox 9">
            <a:extLst>
              <a:ext uri="{FF2B5EF4-FFF2-40B4-BE49-F238E27FC236}">
                <a16:creationId xmlns:a16="http://schemas.microsoft.com/office/drawing/2014/main" id="{32C46843-CEEA-B10A-A9E8-E9B5BA837A27}"/>
              </a:ext>
            </a:extLst>
          </p:cNvPr>
          <p:cNvSpPr txBox="1"/>
          <p:nvPr/>
        </p:nvSpPr>
        <p:spPr>
          <a:xfrm rot="5400000">
            <a:off x="5895060" y="2237603"/>
            <a:ext cx="3149880" cy="553998"/>
          </a:xfrm>
          <a:prstGeom prst="rect">
            <a:avLst/>
          </a:prstGeom>
          <a:noFill/>
        </p:spPr>
        <p:txBody>
          <a:bodyPr wrap="square" rtlCol="0">
            <a:spAutoFit/>
          </a:bodyPr>
          <a:lstStyle/>
          <a:p>
            <a:r>
              <a:rPr lang="en-US" sz="3000" dirty="0">
                <a:latin typeface="Lucida Calligraphy" panose="03010101010101010101" pitchFamily="66" charset="0"/>
                <a:cs typeface="Vijaya" panose="020B0502040204020203" pitchFamily="18" charset="0"/>
              </a:rPr>
              <a:t>Mountain Roc</a:t>
            </a:r>
          </a:p>
        </p:txBody>
      </p:sp>
      <p:sp>
        <p:nvSpPr>
          <p:cNvPr id="2" name="TextBox 1">
            <a:extLst>
              <a:ext uri="{FF2B5EF4-FFF2-40B4-BE49-F238E27FC236}">
                <a16:creationId xmlns:a16="http://schemas.microsoft.com/office/drawing/2014/main" id="{55ACCA2C-C56D-5342-D8AE-DBD6A7AC733A}"/>
              </a:ext>
            </a:extLst>
          </p:cNvPr>
          <p:cNvSpPr txBox="1"/>
          <p:nvPr/>
        </p:nvSpPr>
        <p:spPr>
          <a:xfrm rot="5400000">
            <a:off x="1591546" y="3964052"/>
            <a:ext cx="4534179" cy="7273530"/>
          </a:xfrm>
          <a:prstGeom prst="rect">
            <a:avLst/>
          </a:prstGeom>
          <a:noFill/>
        </p:spPr>
        <p:txBody>
          <a:bodyPr wrap="square" rtlCol="0">
            <a:spAutoFit/>
          </a:bodyPr>
          <a:lstStyle/>
          <a:p>
            <a:pPr algn="just">
              <a:lnSpc>
                <a:spcPct val="130000"/>
              </a:lnSpc>
            </a:pPr>
            <a:r>
              <a:rPr lang="en-US" dirty="0">
                <a:latin typeface="Lucida Calligraphy" panose="03010101010101010101" pitchFamily="66" charset="0"/>
                <a:cs typeface="Vijaya" panose="020B0502040204020203" pitchFamily="18" charset="0"/>
              </a:rPr>
              <a:t>These majestic avians are the undisputed rulers of the </a:t>
            </a:r>
            <a:r>
              <a:rPr lang="en-US" dirty="0" err="1">
                <a:latin typeface="Lucida Calligraphy" panose="03010101010101010101" pitchFamily="66" charset="0"/>
                <a:cs typeface="Vijaya" panose="020B0502040204020203" pitchFamily="18" charset="0"/>
              </a:rPr>
              <a:t>Friggian</a:t>
            </a:r>
            <a:r>
              <a:rPr lang="en-US" dirty="0">
                <a:latin typeface="Lucida Calligraphy" panose="03010101010101010101" pitchFamily="66" charset="0"/>
                <a:cs typeface="Vijaya" panose="020B0502040204020203" pitchFamily="18" charset="0"/>
              </a:rPr>
              <a:t> Peaks which benevolently fence in the Elven nation. As a voracious predator, a Roc sees little distinction between a Mer, Elf, or Dwarf, and its usual prey. Their presence alone makes the mountain passes too dangerous for any caravan smaller than a few dozen Mer. There are, however, limited accounts of individuals surviving Roc encounters, and their stories insist that these creatures are intelligent, able to be bargained with, and, most interestingly, compelled to return any honor afforded to them. I shudder to think what would happen should the Elves ally with these beasts.</a:t>
            </a:r>
          </a:p>
        </p:txBody>
      </p:sp>
    </p:spTree>
    <p:extLst>
      <p:ext uri="{BB962C8B-B14F-4D97-AF65-F5344CB8AC3E}">
        <p14:creationId xmlns:p14="http://schemas.microsoft.com/office/powerpoint/2010/main" val="351211271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362</TotalTime>
  <Words>365</Words>
  <Application>Microsoft Office PowerPoint</Application>
  <PresentationFormat>Custom</PresentationFormat>
  <Paragraphs>6</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Lucida Calligraphy</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John Bond</dc:creator>
  <cp:lastModifiedBy>Jack Bond</cp:lastModifiedBy>
  <cp:revision>13</cp:revision>
  <cp:lastPrinted>2023-10-03T17:56:29Z</cp:lastPrinted>
  <dcterms:created xsi:type="dcterms:W3CDTF">2023-08-15T22:34:31Z</dcterms:created>
  <dcterms:modified xsi:type="dcterms:W3CDTF">2023-12-14T05:24:54Z</dcterms:modified>
</cp:coreProperties>
</file>